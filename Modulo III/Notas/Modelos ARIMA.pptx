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81" r:id="rId2"/>
  </p:sldMasterIdLst>
  <p:notesMasterIdLst>
    <p:notesMasterId r:id="rId46"/>
  </p:notesMasterIdLst>
  <p:sldIdLst>
    <p:sldId id="256" r:id="rId3"/>
    <p:sldId id="314" r:id="rId4"/>
    <p:sldId id="262" r:id="rId5"/>
    <p:sldId id="257" r:id="rId6"/>
    <p:sldId id="259" r:id="rId7"/>
    <p:sldId id="261" r:id="rId8"/>
    <p:sldId id="263" r:id="rId9"/>
    <p:sldId id="342" r:id="rId10"/>
    <p:sldId id="341" r:id="rId11"/>
    <p:sldId id="264" r:id="rId12"/>
    <p:sldId id="315" r:id="rId13"/>
    <p:sldId id="316" r:id="rId14"/>
    <p:sldId id="317" r:id="rId15"/>
    <p:sldId id="318" r:id="rId16"/>
    <p:sldId id="319" r:id="rId17"/>
    <p:sldId id="320" r:id="rId18"/>
    <p:sldId id="271" r:id="rId19"/>
    <p:sldId id="272" r:id="rId20"/>
    <p:sldId id="273" r:id="rId21"/>
    <p:sldId id="321" r:id="rId22"/>
    <p:sldId id="275"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288" r:id="rId36"/>
    <p:sldId id="334" r:id="rId37"/>
    <p:sldId id="335" r:id="rId38"/>
    <p:sldId id="291" r:id="rId39"/>
    <p:sldId id="336" r:id="rId40"/>
    <p:sldId id="293" r:id="rId41"/>
    <p:sldId id="337" r:id="rId42"/>
    <p:sldId id="338" r:id="rId43"/>
    <p:sldId id="339" r:id="rId44"/>
    <p:sldId id="340" r:id="rId45"/>
  </p:sldIdLst>
  <p:sldSz cx="12192000" cy="6858000"/>
  <p:notesSz cx="6858000" cy="9144000"/>
  <p:embeddedFontLst>
    <p:embeddedFont>
      <p:font typeface="Cambria Math" panose="02040503050406030204" pitchFamily="18" charset="0"/>
      <p:regular r:id="rId47"/>
    </p:embeddedFont>
    <p:embeddedFont>
      <p:font typeface="Neue Haas Grotesk Text Pro" panose="020B0504020202020204" pitchFamily="3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image" Target="../media/image31.emf"/></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082AC166-FDB3-58D5-5446-A36AF25B544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44D6FA84-B00A-4AD7-B015-87E686C80164}"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28675" name="Rectangle 1">
            <a:extLst>
              <a:ext uri="{FF2B5EF4-FFF2-40B4-BE49-F238E27FC236}">
                <a16:creationId xmlns:a16="http://schemas.microsoft.com/office/drawing/2014/main" id="{035650AA-6980-74B5-4A23-2DFA5F792F19}"/>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6" name="Rectangle 2">
            <a:extLst>
              <a:ext uri="{FF2B5EF4-FFF2-40B4-BE49-F238E27FC236}">
                <a16:creationId xmlns:a16="http://schemas.microsoft.com/office/drawing/2014/main" id="{085B5DA6-F1EA-A0F9-8BB8-1CCDA5487896}"/>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F543F54B-5AB1-877C-F799-65B86B2C38A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DAF2797-8BDC-4E6E-B9DB-0EAE0F990FD9}"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31747" name="Rectangle 1">
            <a:extLst>
              <a:ext uri="{FF2B5EF4-FFF2-40B4-BE49-F238E27FC236}">
                <a16:creationId xmlns:a16="http://schemas.microsoft.com/office/drawing/2014/main" id="{D047EC5E-9570-09C1-77CC-E82CAA97859F}"/>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15377F2D-BDE0-DD48-1988-305665296B4E}"/>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BB488C37-FC28-C611-4DF0-81DC9BCF1A1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207479B-54FA-41DC-8A8E-39A2D96B4E5D}"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33795" name="Rectangle 1">
            <a:extLst>
              <a:ext uri="{FF2B5EF4-FFF2-40B4-BE49-F238E27FC236}">
                <a16:creationId xmlns:a16="http://schemas.microsoft.com/office/drawing/2014/main" id="{3B2FA729-9B47-D303-7B73-34AB4789DC61}"/>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a:extLst>
              <a:ext uri="{FF2B5EF4-FFF2-40B4-BE49-F238E27FC236}">
                <a16:creationId xmlns:a16="http://schemas.microsoft.com/office/drawing/2014/main" id="{8E35FF1F-A5B5-4029-F64F-D5BF9867C9E8}"/>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a:extLst>
              <a:ext uri="{FF2B5EF4-FFF2-40B4-BE49-F238E27FC236}">
                <a16:creationId xmlns:a16="http://schemas.microsoft.com/office/drawing/2014/main" id="{5B70DEE1-1B32-9BCE-E678-A8622A1C8F3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41CA409A-9862-408F-8007-B44C0C22C92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5</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37891" name="Rectangle 1">
            <a:extLst>
              <a:ext uri="{FF2B5EF4-FFF2-40B4-BE49-F238E27FC236}">
                <a16:creationId xmlns:a16="http://schemas.microsoft.com/office/drawing/2014/main" id="{C6643382-B72B-F113-7B99-7D663125F054}"/>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a:extLst>
              <a:ext uri="{FF2B5EF4-FFF2-40B4-BE49-F238E27FC236}">
                <a16:creationId xmlns:a16="http://schemas.microsoft.com/office/drawing/2014/main" id="{9914AB5D-DC12-B7C4-393F-5514CB9E7E26}"/>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4D60B570-BD52-029E-8F3E-DBBE0ED458D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7839246F-D740-4B51-B65D-0725BB0ED348}"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6</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1987" name="Rectangle 1">
            <a:extLst>
              <a:ext uri="{FF2B5EF4-FFF2-40B4-BE49-F238E27FC236}">
                <a16:creationId xmlns:a16="http://schemas.microsoft.com/office/drawing/2014/main" id="{4B9EA0AC-CC11-C863-C8F3-BBCC5588C8D8}"/>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8" name="Rectangle 2">
            <a:extLst>
              <a:ext uri="{FF2B5EF4-FFF2-40B4-BE49-F238E27FC236}">
                <a16:creationId xmlns:a16="http://schemas.microsoft.com/office/drawing/2014/main" id="{E33DDE26-DB53-12C3-673F-BE4CDB096432}"/>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6">
            <a:extLst>
              <a:ext uri="{FF2B5EF4-FFF2-40B4-BE49-F238E27FC236}">
                <a16:creationId xmlns:a16="http://schemas.microsoft.com/office/drawing/2014/main" id="{53D201D7-1D28-B60A-D228-896FC4CBFC3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3848B14B-3843-46A1-9EF2-86F94604FBC1}"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4035" name="Rectangle 1">
            <a:extLst>
              <a:ext uri="{FF2B5EF4-FFF2-40B4-BE49-F238E27FC236}">
                <a16:creationId xmlns:a16="http://schemas.microsoft.com/office/drawing/2014/main" id="{07678474-F23A-0693-1AAB-CA304C45EF84}"/>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6" name="Text Box 2">
            <a:extLst>
              <a:ext uri="{FF2B5EF4-FFF2-40B4-BE49-F238E27FC236}">
                <a16:creationId xmlns:a16="http://schemas.microsoft.com/office/drawing/2014/main" id="{904413E2-2C28-ACAB-57EB-5697D9B7A507}"/>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endParaRPr lang="en-US" altLang="es-MX" sz="1800" dirty="0">
              <a:latin typeface="TimesNewRomanPSMT" charset="0"/>
              <a:cs typeface="DejaVu Sans" charset="0"/>
            </a:endParaRPr>
          </a:p>
        </p:txBody>
      </p:sp>
      <p:sp>
        <p:nvSpPr>
          <p:cNvPr id="44037" name="Text Box 3">
            <a:extLst>
              <a:ext uri="{FF2B5EF4-FFF2-40B4-BE49-F238E27FC236}">
                <a16:creationId xmlns:a16="http://schemas.microsoft.com/office/drawing/2014/main" id="{4C97BDE0-4235-D853-0DDC-6621AE5EB4C3}"/>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B7DB8091-E707-44D5-960F-48B63374A2F1}"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7</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6">
            <a:extLst>
              <a:ext uri="{FF2B5EF4-FFF2-40B4-BE49-F238E27FC236}">
                <a16:creationId xmlns:a16="http://schemas.microsoft.com/office/drawing/2014/main" id="{99443665-2128-ACF2-4E0A-DA9E3688C04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BAB381A-BCF4-4DCB-A575-83818C745574}"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6083" name="Rectangle 1">
            <a:extLst>
              <a:ext uri="{FF2B5EF4-FFF2-40B4-BE49-F238E27FC236}">
                <a16:creationId xmlns:a16="http://schemas.microsoft.com/office/drawing/2014/main" id="{385716C9-E4A5-4BA4-F882-9E1B999CD94F}"/>
              </a:ext>
            </a:extLst>
          </p:cNvPr>
          <p:cNvSpPr txBox="1">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4" name="Rectangle 2">
            <a:extLst>
              <a:ext uri="{FF2B5EF4-FFF2-40B4-BE49-F238E27FC236}">
                <a16:creationId xmlns:a16="http://schemas.microsoft.com/office/drawing/2014/main" id="{AEAADB2E-84BD-3294-DDB4-6981DFFEB08F}"/>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6">
            <a:extLst>
              <a:ext uri="{FF2B5EF4-FFF2-40B4-BE49-F238E27FC236}">
                <a16:creationId xmlns:a16="http://schemas.microsoft.com/office/drawing/2014/main" id="{E5687B91-1C4F-B0F7-F3DD-D7145F8C80A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348F3A7-54DB-4891-90A9-715F1C2C769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8131" name="Rectangle 1">
            <a:extLst>
              <a:ext uri="{FF2B5EF4-FFF2-40B4-BE49-F238E27FC236}">
                <a16:creationId xmlns:a16="http://schemas.microsoft.com/office/drawing/2014/main" id="{1D65D104-2671-95FE-A243-C11ECA53993D}"/>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2" name="Rectangle 2">
            <a:extLst>
              <a:ext uri="{FF2B5EF4-FFF2-40B4-BE49-F238E27FC236}">
                <a16:creationId xmlns:a16="http://schemas.microsoft.com/office/drawing/2014/main" id="{D3FFC49D-2E90-4EA6-E846-0D8C77BEF0C5}"/>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394356FE-9CC7-57D0-9FE2-E6CD1F43908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6F7F34D3-261D-40AD-BC58-C0E4AC009A84}"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0179" name="Rectangle 1">
            <a:extLst>
              <a:ext uri="{FF2B5EF4-FFF2-40B4-BE49-F238E27FC236}">
                <a16:creationId xmlns:a16="http://schemas.microsoft.com/office/drawing/2014/main" id="{B518B13F-B7BF-65DC-A583-5BA49F882603}"/>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0" name="Rectangle 2">
            <a:extLst>
              <a:ext uri="{FF2B5EF4-FFF2-40B4-BE49-F238E27FC236}">
                <a16:creationId xmlns:a16="http://schemas.microsoft.com/office/drawing/2014/main" id="{ADB10B42-B56A-8DCC-664D-E5495E2CDA68}"/>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6">
            <a:extLst>
              <a:ext uri="{FF2B5EF4-FFF2-40B4-BE49-F238E27FC236}">
                <a16:creationId xmlns:a16="http://schemas.microsoft.com/office/drawing/2014/main" id="{A9A3D649-A62B-A0B0-CFA7-661524400CD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8338B52-D249-483B-9BA7-E90F38486CFC}"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2227" name="Rectangle 1">
            <a:extLst>
              <a:ext uri="{FF2B5EF4-FFF2-40B4-BE49-F238E27FC236}">
                <a16:creationId xmlns:a16="http://schemas.microsoft.com/office/drawing/2014/main" id="{398D7BE2-634E-ADBC-8602-972456B2F027}"/>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Text Box 2">
            <a:extLst>
              <a:ext uri="{FF2B5EF4-FFF2-40B4-BE49-F238E27FC236}">
                <a16:creationId xmlns:a16="http://schemas.microsoft.com/office/drawing/2014/main" id="{61C80D89-9DEF-5C21-F87A-D1C2CC3107DE}"/>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Aquí se pueden aplicar todos los contrastes de aleatoriedad, autocorrelación,</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heteroscedasticidad, falta de linealidad y no normalidad de los residuos.</a:t>
            </a:r>
          </a:p>
        </p:txBody>
      </p:sp>
      <p:sp>
        <p:nvSpPr>
          <p:cNvPr id="52229" name="Text Box 3">
            <a:extLst>
              <a:ext uri="{FF2B5EF4-FFF2-40B4-BE49-F238E27FC236}">
                <a16:creationId xmlns:a16="http://schemas.microsoft.com/office/drawing/2014/main" id="{F982778C-9C4D-2258-4DA3-ED00BC6B6AE1}"/>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23565F7-1023-4F2E-9C12-35576CF25DCC}"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13</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6">
            <a:extLst>
              <a:ext uri="{FF2B5EF4-FFF2-40B4-BE49-F238E27FC236}">
                <a16:creationId xmlns:a16="http://schemas.microsoft.com/office/drawing/2014/main" id="{4354511E-53A3-3AA2-52A5-BE4AC41402F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32C7E63C-BACF-4263-9475-FEF12823C14B}"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4275" name="Rectangle 1">
            <a:extLst>
              <a:ext uri="{FF2B5EF4-FFF2-40B4-BE49-F238E27FC236}">
                <a16:creationId xmlns:a16="http://schemas.microsoft.com/office/drawing/2014/main" id="{47EB1179-A2A0-C4FE-57FD-DACCDD439DA0}"/>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6" name="Rectangle 2">
            <a:extLst>
              <a:ext uri="{FF2B5EF4-FFF2-40B4-BE49-F238E27FC236}">
                <a16:creationId xmlns:a16="http://schemas.microsoft.com/office/drawing/2014/main" id="{B0F34720-A92F-F846-831B-CDF9739606DD}"/>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6">
            <a:extLst>
              <a:ext uri="{FF2B5EF4-FFF2-40B4-BE49-F238E27FC236}">
                <a16:creationId xmlns:a16="http://schemas.microsoft.com/office/drawing/2014/main" id="{A1A02262-8ACF-158B-50A9-A51A71342CE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6F1D2C6D-FF3B-4D59-91E7-CE32F390D656}"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15</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6323" name="Rectangle 1">
            <a:extLst>
              <a:ext uri="{FF2B5EF4-FFF2-40B4-BE49-F238E27FC236}">
                <a16:creationId xmlns:a16="http://schemas.microsoft.com/office/drawing/2014/main" id="{337556FE-7091-89CB-107C-E50277ECAA14}"/>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4" name="Rectangle 2">
            <a:extLst>
              <a:ext uri="{FF2B5EF4-FFF2-40B4-BE49-F238E27FC236}">
                <a16:creationId xmlns:a16="http://schemas.microsoft.com/office/drawing/2014/main" id="{5E23BF96-0D35-010A-9AAA-A76A0B495621}"/>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6">
            <a:extLst>
              <a:ext uri="{FF2B5EF4-FFF2-40B4-BE49-F238E27FC236}">
                <a16:creationId xmlns:a16="http://schemas.microsoft.com/office/drawing/2014/main" id="{3A8D9445-BBE5-25DE-3757-CFD03C49574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FA5E5490-ECE4-4542-AE1D-753EB3754CE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16</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8371" name="Rectangle 1">
            <a:extLst>
              <a:ext uri="{FF2B5EF4-FFF2-40B4-BE49-F238E27FC236}">
                <a16:creationId xmlns:a16="http://schemas.microsoft.com/office/drawing/2014/main" id="{0736454B-9155-B241-E77D-C1642774D536}"/>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2" name="Rectangle 2">
            <a:extLst>
              <a:ext uri="{FF2B5EF4-FFF2-40B4-BE49-F238E27FC236}">
                <a16:creationId xmlns:a16="http://schemas.microsoft.com/office/drawing/2014/main" id="{D9B04BD9-F9C3-614A-DDC7-965532A4E894}"/>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6">
            <a:extLst>
              <a:ext uri="{FF2B5EF4-FFF2-40B4-BE49-F238E27FC236}">
                <a16:creationId xmlns:a16="http://schemas.microsoft.com/office/drawing/2014/main" id="{69E4F974-9B64-4D08-3E3A-4B9D9FDBBDE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2E140901-0C41-4740-A882-442E06A33DB0}"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0419" name="Rectangle 1">
            <a:extLst>
              <a:ext uri="{FF2B5EF4-FFF2-40B4-BE49-F238E27FC236}">
                <a16:creationId xmlns:a16="http://schemas.microsoft.com/office/drawing/2014/main" id="{0E98EB88-9926-EAEF-6340-F112B97593C3}"/>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Rectangle 2">
            <a:extLst>
              <a:ext uri="{FF2B5EF4-FFF2-40B4-BE49-F238E27FC236}">
                <a16:creationId xmlns:a16="http://schemas.microsoft.com/office/drawing/2014/main" id="{F48AA05E-CFD2-097F-CFCC-573E509C1EAC}"/>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
            <a:extLst>
              <a:ext uri="{FF2B5EF4-FFF2-40B4-BE49-F238E27FC236}">
                <a16:creationId xmlns:a16="http://schemas.microsoft.com/office/drawing/2014/main" id="{F8A5E8EE-B106-83C6-B0E8-3772181530D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E8B09656-3FF1-483E-839E-255B4586AE8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18</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2467" name="Rectangle 1">
            <a:extLst>
              <a:ext uri="{FF2B5EF4-FFF2-40B4-BE49-F238E27FC236}">
                <a16:creationId xmlns:a16="http://schemas.microsoft.com/office/drawing/2014/main" id="{3C6EAC83-9294-E4E4-865D-F23CF785C92A}"/>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8" name="Rectangle 2">
            <a:extLst>
              <a:ext uri="{FF2B5EF4-FFF2-40B4-BE49-F238E27FC236}">
                <a16:creationId xmlns:a16="http://schemas.microsoft.com/office/drawing/2014/main" id="{38E016F4-D386-971C-401E-CA582B4ED2CE}"/>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6">
            <a:extLst>
              <a:ext uri="{FF2B5EF4-FFF2-40B4-BE49-F238E27FC236}">
                <a16:creationId xmlns:a16="http://schemas.microsoft.com/office/drawing/2014/main" id="{234F5993-5A84-F201-3419-D9A64B217A3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0CA5DF31-4BAC-418C-A0A7-A433482B4C30}"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19</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4515" name="Rectangle 1">
            <a:extLst>
              <a:ext uri="{FF2B5EF4-FFF2-40B4-BE49-F238E27FC236}">
                <a16:creationId xmlns:a16="http://schemas.microsoft.com/office/drawing/2014/main" id="{FB27B44B-0D58-DBFD-6002-5D36E2C130E4}"/>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a:extLst>
              <a:ext uri="{FF2B5EF4-FFF2-40B4-BE49-F238E27FC236}">
                <a16:creationId xmlns:a16="http://schemas.microsoft.com/office/drawing/2014/main" id="{EBD70994-FAAF-8471-AE37-AF67A9F46E5C}"/>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6">
            <a:extLst>
              <a:ext uri="{FF2B5EF4-FFF2-40B4-BE49-F238E27FC236}">
                <a16:creationId xmlns:a16="http://schemas.microsoft.com/office/drawing/2014/main" id="{E0D421FE-C03D-5AD7-1C36-3CD6681B088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6D17ED1B-D662-4450-9635-4038945255B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6563" name="Rectangle 1">
            <a:extLst>
              <a:ext uri="{FF2B5EF4-FFF2-40B4-BE49-F238E27FC236}">
                <a16:creationId xmlns:a16="http://schemas.microsoft.com/office/drawing/2014/main" id="{1DDEF87A-BE6C-6DAD-ABF0-B43FEC085748}"/>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4" name="Rectangle 2">
            <a:extLst>
              <a:ext uri="{FF2B5EF4-FFF2-40B4-BE49-F238E27FC236}">
                <a16:creationId xmlns:a16="http://schemas.microsoft.com/office/drawing/2014/main" id="{0FE1CFD2-D9BB-B968-43FD-90596B6E4423}"/>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6">
            <a:extLst>
              <a:ext uri="{FF2B5EF4-FFF2-40B4-BE49-F238E27FC236}">
                <a16:creationId xmlns:a16="http://schemas.microsoft.com/office/drawing/2014/main" id="{71C7E32E-C44B-12E4-9EB5-F089DAE078C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78179297-F928-482F-8C87-E10FFAF895E9}"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8611" name="Rectangle 1">
            <a:extLst>
              <a:ext uri="{FF2B5EF4-FFF2-40B4-BE49-F238E27FC236}">
                <a16:creationId xmlns:a16="http://schemas.microsoft.com/office/drawing/2014/main" id="{8CE8BEFC-908A-6ECC-38F0-87EBBD6E2FBB}"/>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2" name="Rectangle 2">
            <a:extLst>
              <a:ext uri="{FF2B5EF4-FFF2-40B4-BE49-F238E27FC236}">
                <a16:creationId xmlns:a16="http://schemas.microsoft.com/office/drawing/2014/main" id="{2A74877A-C52B-6382-F989-B18D3C5790A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6">
            <a:extLst>
              <a:ext uri="{FF2B5EF4-FFF2-40B4-BE49-F238E27FC236}">
                <a16:creationId xmlns:a16="http://schemas.microsoft.com/office/drawing/2014/main" id="{98A3AE0F-3654-7A0E-FEE7-2A2CC117B78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E666DA0C-8735-49AF-BA01-A7B738C1245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70659" name="Rectangle 1">
            <a:extLst>
              <a:ext uri="{FF2B5EF4-FFF2-40B4-BE49-F238E27FC236}">
                <a16:creationId xmlns:a16="http://schemas.microsoft.com/office/drawing/2014/main" id="{C01FD0C1-2C9D-2DC6-AF7B-895CA4041E47}"/>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60" name="Rectangle 2">
            <a:extLst>
              <a:ext uri="{FF2B5EF4-FFF2-40B4-BE49-F238E27FC236}">
                <a16:creationId xmlns:a16="http://schemas.microsoft.com/office/drawing/2014/main" id="{3D1EE684-BB44-A637-C1DB-E14CDC919B64}"/>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
        <p:nvSpPr>
          <p:cNvPr id="70661" name="Text Box 3">
            <a:extLst>
              <a:ext uri="{FF2B5EF4-FFF2-40B4-BE49-F238E27FC236}">
                <a16:creationId xmlns:a16="http://schemas.microsoft.com/office/drawing/2014/main" id="{2E3EA211-8A83-C8B1-2655-AF4914E76C1B}"/>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3100DBC-A5BD-4D62-942A-507AB65E81DA}"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22</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6">
            <a:extLst>
              <a:ext uri="{FF2B5EF4-FFF2-40B4-BE49-F238E27FC236}">
                <a16:creationId xmlns:a16="http://schemas.microsoft.com/office/drawing/2014/main" id="{ED6B51A9-CE9E-25AE-E668-AC53CA66A60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0051104-D05A-48E6-B2B1-1A7CD0866D54}"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72707" name="Rectangle 1">
            <a:extLst>
              <a:ext uri="{FF2B5EF4-FFF2-40B4-BE49-F238E27FC236}">
                <a16:creationId xmlns:a16="http://schemas.microsoft.com/office/drawing/2014/main" id="{E5EAB5A8-18AC-9D2F-7012-FD1E58623E33}"/>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8" name="Rectangle 2">
            <a:extLst>
              <a:ext uri="{FF2B5EF4-FFF2-40B4-BE49-F238E27FC236}">
                <a16:creationId xmlns:a16="http://schemas.microsoft.com/office/drawing/2014/main" id="{5B93E46A-2837-36D8-F1F2-D29A09F4BAB2}"/>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6">
            <a:extLst>
              <a:ext uri="{FF2B5EF4-FFF2-40B4-BE49-F238E27FC236}">
                <a16:creationId xmlns:a16="http://schemas.microsoft.com/office/drawing/2014/main" id="{8A779E93-45C5-265D-0D87-D68FDF38872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2ADDE8BB-A31A-478F-A3F5-4A7D92D242C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74755" name="Rectangle 1">
            <a:extLst>
              <a:ext uri="{FF2B5EF4-FFF2-40B4-BE49-F238E27FC236}">
                <a16:creationId xmlns:a16="http://schemas.microsoft.com/office/drawing/2014/main" id="{923FFF09-D037-8107-AFC0-DEA0ADC2844A}"/>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Text Box 2">
            <a:extLst>
              <a:ext uri="{FF2B5EF4-FFF2-40B4-BE49-F238E27FC236}">
                <a16:creationId xmlns:a16="http://schemas.microsoft.com/office/drawing/2014/main" id="{36C0A96B-C9F0-51D6-E3AE-5C249699B45B}"/>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a:latin typeface="Arial" panose="020B0604020202020204" pitchFamily="34" charset="0"/>
                <a:cs typeface="DejaVu Sans" charset="0"/>
              </a:rPr>
              <a:t>Estadístico t student; </a:t>
            </a:r>
          </a:p>
        </p:txBody>
      </p:sp>
      <p:sp>
        <p:nvSpPr>
          <p:cNvPr id="74757" name="Text Box 3">
            <a:extLst>
              <a:ext uri="{FF2B5EF4-FFF2-40B4-BE49-F238E27FC236}">
                <a16:creationId xmlns:a16="http://schemas.microsoft.com/office/drawing/2014/main" id="{A17A8E7C-D837-C770-DF9D-5609825CC18B}"/>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F71D83D8-3DDE-462B-A24B-F40ADD802503}"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24</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6">
            <a:extLst>
              <a:ext uri="{FF2B5EF4-FFF2-40B4-BE49-F238E27FC236}">
                <a16:creationId xmlns:a16="http://schemas.microsoft.com/office/drawing/2014/main" id="{638ADF46-B205-5CB7-4EB1-00A5A96DED5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9691C38B-BE20-4F0C-B2CC-ABEF42480760}"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25</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76803" name="Rectangle 1">
            <a:extLst>
              <a:ext uri="{FF2B5EF4-FFF2-40B4-BE49-F238E27FC236}">
                <a16:creationId xmlns:a16="http://schemas.microsoft.com/office/drawing/2014/main" id="{1A7C86D3-C99D-E7F6-191C-931FAEBBCF55}"/>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4" name="Text Box 2">
            <a:extLst>
              <a:ext uri="{FF2B5EF4-FFF2-40B4-BE49-F238E27FC236}">
                <a16:creationId xmlns:a16="http://schemas.microsoft.com/office/drawing/2014/main" id="{D1D330C6-AF2B-CAC2-867A-777647C7EBCD}"/>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a:latin typeface="Arial" panose="020B0604020202020204" pitchFamily="34" charset="0"/>
                <a:cs typeface="DejaVu Sans" charset="0"/>
              </a:rPr>
              <a:t>Hasta abajo: izq decae rádidamente,  der  decae lentamente</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a:latin typeface="Arial" panose="020B0604020202020204" pitchFamily="34" charset="0"/>
                <a:cs typeface="DejaVu Sans" charset="0"/>
              </a:rPr>
              <a:t>Si la FAC decae rápidamente se considera (FAC-2º rezago) que la serie es estacionaria  (1 o 4 o, 2, 3)  si decae lentamente no es estacionaria (5)</a:t>
            </a:r>
          </a:p>
        </p:txBody>
      </p:sp>
      <p:sp>
        <p:nvSpPr>
          <p:cNvPr id="76805" name="Text Box 3">
            <a:extLst>
              <a:ext uri="{FF2B5EF4-FFF2-40B4-BE49-F238E27FC236}">
                <a16:creationId xmlns:a16="http://schemas.microsoft.com/office/drawing/2014/main" id="{67F9DF55-D985-1A61-FB7F-BC12607C17CF}"/>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461B1F9A-19AC-4798-99F8-CFFB5B95566A}"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25</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6">
            <a:extLst>
              <a:ext uri="{FF2B5EF4-FFF2-40B4-BE49-F238E27FC236}">
                <a16:creationId xmlns:a16="http://schemas.microsoft.com/office/drawing/2014/main" id="{9B3AA632-FEE7-E2DC-31CF-38B9B9E0325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2519C726-C4A2-4750-B4AB-A21970037DF4}"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26</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78851" name="Rectangle 1">
            <a:extLst>
              <a:ext uri="{FF2B5EF4-FFF2-40B4-BE49-F238E27FC236}">
                <a16:creationId xmlns:a16="http://schemas.microsoft.com/office/drawing/2014/main" id="{C66916F2-B6E5-4FC6-5989-D96099B0B0EC}"/>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2" name="Rectangle 2">
            <a:extLst>
              <a:ext uri="{FF2B5EF4-FFF2-40B4-BE49-F238E27FC236}">
                <a16:creationId xmlns:a16="http://schemas.microsoft.com/office/drawing/2014/main" id="{EC97D104-F564-2C66-6EDC-F6E747F6381D}"/>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6">
            <a:extLst>
              <a:ext uri="{FF2B5EF4-FFF2-40B4-BE49-F238E27FC236}">
                <a16:creationId xmlns:a16="http://schemas.microsoft.com/office/drawing/2014/main" id="{C5D68B33-2C2D-4836-8B60-7729014D2E8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425978C-579E-430E-A2D6-733813917D62}"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80899" name="Rectangle 1">
            <a:extLst>
              <a:ext uri="{FF2B5EF4-FFF2-40B4-BE49-F238E27FC236}">
                <a16:creationId xmlns:a16="http://schemas.microsoft.com/office/drawing/2014/main" id="{3B53E1B2-0446-5242-608E-94FC396637D4}"/>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900" name="Rectangle 2">
            <a:extLst>
              <a:ext uri="{FF2B5EF4-FFF2-40B4-BE49-F238E27FC236}">
                <a16:creationId xmlns:a16="http://schemas.microsoft.com/office/drawing/2014/main" id="{DBE2C82F-8491-738D-BF9A-77B1224B2D7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6">
            <a:extLst>
              <a:ext uri="{FF2B5EF4-FFF2-40B4-BE49-F238E27FC236}">
                <a16:creationId xmlns:a16="http://schemas.microsoft.com/office/drawing/2014/main" id="{942EDB7E-2A85-4879-5C87-BF06EF2730F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703F3425-4E63-40DD-8E4B-5CD8F86DD743}"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28</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82947" name="Rectangle 1">
            <a:extLst>
              <a:ext uri="{FF2B5EF4-FFF2-40B4-BE49-F238E27FC236}">
                <a16:creationId xmlns:a16="http://schemas.microsoft.com/office/drawing/2014/main" id="{4FC060B3-FD9F-B82B-27A0-896081201F9E}"/>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8" name="Rectangle 2">
            <a:extLst>
              <a:ext uri="{FF2B5EF4-FFF2-40B4-BE49-F238E27FC236}">
                <a16:creationId xmlns:a16="http://schemas.microsoft.com/office/drawing/2014/main" id="{79A9AB83-203D-587B-96A0-B0C30681FD26}"/>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6">
            <a:extLst>
              <a:ext uri="{FF2B5EF4-FFF2-40B4-BE49-F238E27FC236}">
                <a16:creationId xmlns:a16="http://schemas.microsoft.com/office/drawing/2014/main" id="{9B767DB6-AF3A-D76D-CDAD-605C95D9EAA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5937115-A14F-4532-9289-AF528E8B0A12}"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29</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84995" name="Rectangle 1">
            <a:extLst>
              <a:ext uri="{FF2B5EF4-FFF2-40B4-BE49-F238E27FC236}">
                <a16:creationId xmlns:a16="http://schemas.microsoft.com/office/drawing/2014/main" id="{163522A7-1C0C-3C0A-4EA2-A27A11B9A4E6}"/>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6" name="Rectangle 2">
            <a:extLst>
              <a:ext uri="{FF2B5EF4-FFF2-40B4-BE49-F238E27FC236}">
                <a16:creationId xmlns:a16="http://schemas.microsoft.com/office/drawing/2014/main" id="{BBEE1A8A-8182-B16E-D0AA-AD382B1E3EF0}"/>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
        <p:nvSpPr>
          <p:cNvPr id="84997" name="Text Box 3">
            <a:extLst>
              <a:ext uri="{FF2B5EF4-FFF2-40B4-BE49-F238E27FC236}">
                <a16:creationId xmlns:a16="http://schemas.microsoft.com/office/drawing/2014/main" id="{DCD28FB7-14F3-B3FC-C33A-DF44F8A6E54B}"/>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B4E9409F-D307-4398-8EE3-32342E98CE18}"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29</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6">
            <a:extLst>
              <a:ext uri="{FF2B5EF4-FFF2-40B4-BE49-F238E27FC236}">
                <a16:creationId xmlns:a16="http://schemas.microsoft.com/office/drawing/2014/main" id="{C08A4FF5-520F-4372-DE7C-A51E5305B54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C163168-32CC-467F-9F48-5A6F2017ACA3}"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87043" name="Rectangle 1">
            <a:extLst>
              <a:ext uri="{FF2B5EF4-FFF2-40B4-BE49-F238E27FC236}">
                <a16:creationId xmlns:a16="http://schemas.microsoft.com/office/drawing/2014/main" id="{C4F688AA-FCAF-8163-1C36-7AE0F52F06BC}"/>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graphicFrame>
        <p:nvGraphicFramePr>
          <p:cNvPr id="87044" name="Object 2">
            <a:extLst>
              <a:ext uri="{FF2B5EF4-FFF2-40B4-BE49-F238E27FC236}">
                <a16:creationId xmlns:a16="http://schemas.microsoft.com/office/drawing/2014/main" id="{FE457034-543C-1F11-DF97-A5E51CD37542}"/>
              </a:ext>
            </a:extLst>
          </p:cNvPr>
          <p:cNvGraphicFramePr>
            <a:graphicFrameLocks noChangeAspect="1"/>
          </p:cNvGraphicFramePr>
          <p:nvPr/>
        </p:nvGraphicFramePr>
        <p:xfrm>
          <a:off x="685800" y="4400550"/>
          <a:ext cx="5486400" cy="3600450"/>
        </p:xfrm>
        <a:graphic>
          <a:graphicData uri="http://schemas.openxmlformats.org/presentationml/2006/ole">
            <mc:AlternateContent xmlns:mc="http://schemas.openxmlformats.org/markup-compatibility/2006">
              <mc:Choice xmlns:v="urn:schemas-microsoft-com:vml" Requires="v">
                <p:oleObj r:id="rId3" imgW="1468877" imgH="215433" progId="">
                  <p:embed/>
                </p:oleObj>
              </mc:Choice>
              <mc:Fallback>
                <p:oleObj r:id="rId3" imgW="1468877" imgH="215433" progId="">
                  <p:embed/>
                  <p:pic>
                    <p:nvPicPr>
                      <p:cNvPr id="87044" name="Object 2">
                        <a:extLst>
                          <a:ext uri="{FF2B5EF4-FFF2-40B4-BE49-F238E27FC236}">
                            <a16:creationId xmlns:a16="http://schemas.microsoft.com/office/drawing/2014/main" id="{FE457034-543C-1F11-DF97-A5E51CD375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400550"/>
                        <a:ext cx="5486400" cy="3600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5" name="Text Box 3">
            <a:extLst>
              <a:ext uri="{FF2B5EF4-FFF2-40B4-BE49-F238E27FC236}">
                <a16:creationId xmlns:a16="http://schemas.microsoft.com/office/drawing/2014/main" id="{CAEF049E-0704-4D34-7F7B-A9CD146D98C4}"/>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DD9D97F-BBAA-43FA-8665-7CA715159496}"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30</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6">
            <a:extLst>
              <a:ext uri="{FF2B5EF4-FFF2-40B4-BE49-F238E27FC236}">
                <a16:creationId xmlns:a16="http://schemas.microsoft.com/office/drawing/2014/main" id="{3420FE96-8C57-538E-C67F-054CFC802C4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EEFF2B4-C947-423F-BB74-7B347386347C}"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89091" name="Rectangle 1">
            <a:extLst>
              <a:ext uri="{FF2B5EF4-FFF2-40B4-BE49-F238E27FC236}">
                <a16:creationId xmlns:a16="http://schemas.microsoft.com/office/drawing/2014/main" id="{9196AE3A-C639-A089-A1CD-3682CBA7AC05}"/>
              </a:ext>
            </a:extLst>
          </p:cNvPr>
          <p:cNvSpPr txBox="1">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2" name="Text Box 2">
            <a:extLst>
              <a:ext uri="{FF2B5EF4-FFF2-40B4-BE49-F238E27FC236}">
                <a16:creationId xmlns:a16="http://schemas.microsoft.com/office/drawing/2014/main" id="{1EAE51E6-BE54-D29D-2A60-E3F736A491F0}"/>
              </a:ext>
            </a:extLst>
          </p:cNvPr>
          <p:cNvSpPr txBox="1">
            <a:spLocks noGrp="1" noChangeArrowheads="1"/>
          </p:cNvSpPr>
          <p:nvPr>
            <p:ph type="body" idx="1"/>
          </p:nvPr>
        </p:nvSpPr>
        <p:spPr>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ts val="13"/>
              </a:spcBef>
              <a:spcAft>
                <a:spcPts val="13"/>
              </a:spcAft>
              <a:tabLst>
                <a:tab pos="0" algn="l"/>
                <a:tab pos="914400" algn="l"/>
                <a:tab pos="1828800" algn="l"/>
                <a:tab pos="2743200" algn="l"/>
                <a:tab pos="3657600" algn="l"/>
                <a:tab pos="4572000" algn="l"/>
                <a:tab pos="5486400" algn="l"/>
              </a:tabLst>
            </a:pPr>
            <a:r>
              <a:rPr lang="es-MX" altLang="es-MX" sz="2000">
                <a:latin typeface="Arial" panose="020B0604020202020204" pitchFamily="34" charset="0"/>
                <a:cs typeface="DejaVu Sans" charset="0"/>
              </a:rPr>
              <a:t>FAC  y   FACP  de un AR(1)</a:t>
            </a:r>
          </a:p>
          <a:p>
            <a:pPr eaLnBrk="1" hangingPunct="1">
              <a:spcBef>
                <a:spcPts val="13"/>
              </a:spcBef>
              <a:spcAft>
                <a:spcPts val="13"/>
              </a:spcAft>
              <a:tabLst>
                <a:tab pos="0" algn="l"/>
                <a:tab pos="914400" algn="l"/>
                <a:tab pos="1828800" algn="l"/>
                <a:tab pos="2743200" algn="l"/>
                <a:tab pos="3657600" algn="l"/>
                <a:tab pos="4572000" algn="l"/>
                <a:tab pos="5486400" algn="l"/>
              </a:tabLst>
            </a:pPr>
            <a:endParaRPr lang="es-MX" altLang="es-MX" sz="2000">
              <a:latin typeface="Arial" panose="020B0604020202020204" pitchFamily="34" charset="0"/>
              <a:cs typeface="DejaVu Sans" charset="0"/>
            </a:endParaRPr>
          </a:p>
        </p:txBody>
      </p:sp>
      <p:sp>
        <p:nvSpPr>
          <p:cNvPr id="89093" name="Text Box 3">
            <a:extLst>
              <a:ext uri="{FF2B5EF4-FFF2-40B4-BE49-F238E27FC236}">
                <a16:creationId xmlns:a16="http://schemas.microsoft.com/office/drawing/2014/main" id="{26D2FB82-9F7D-7BF7-FD4E-EBC81581D63B}"/>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33594B2-940F-48F6-B7FA-3F1E039B17F1}"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31</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6">
            <a:extLst>
              <a:ext uri="{FF2B5EF4-FFF2-40B4-BE49-F238E27FC236}">
                <a16:creationId xmlns:a16="http://schemas.microsoft.com/office/drawing/2014/main" id="{6E149AA3-FCB2-6F08-0C09-828C7340C6E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45E2B71D-B101-419C-80A7-E4EC28208B37}"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91139" name="Rectangle 1">
            <a:extLst>
              <a:ext uri="{FF2B5EF4-FFF2-40B4-BE49-F238E27FC236}">
                <a16:creationId xmlns:a16="http://schemas.microsoft.com/office/drawing/2014/main" id="{83BE10A5-34C1-5E5E-DF32-D9CDCD656A48}"/>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0" name="Rectangle 2">
            <a:extLst>
              <a:ext uri="{FF2B5EF4-FFF2-40B4-BE49-F238E27FC236}">
                <a16:creationId xmlns:a16="http://schemas.microsoft.com/office/drawing/2014/main" id="{88836A6F-9AB3-72FC-7B0C-56585FFDBDB5}"/>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6">
            <a:extLst>
              <a:ext uri="{FF2B5EF4-FFF2-40B4-BE49-F238E27FC236}">
                <a16:creationId xmlns:a16="http://schemas.microsoft.com/office/drawing/2014/main" id="{E3A3C655-02BE-C3E1-2578-F9E9F4B6152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EBF638EE-B2D5-4255-B6A9-C941F7A96918}"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93187" name="Rectangle 1">
            <a:extLst>
              <a:ext uri="{FF2B5EF4-FFF2-40B4-BE49-F238E27FC236}">
                <a16:creationId xmlns:a16="http://schemas.microsoft.com/office/drawing/2014/main" id="{52417BD1-FB93-515E-4DF5-33D05EA429D5}"/>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8" name="Rectangle 2">
            <a:extLst>
              <a:ext uri="{FF2B5EF4-FFF2-40B4-BE49-F238E27FC236}">
                <a16:creationId xmlns:a16="http://schemas.microsoft.com/office/drawing/2014/main" id="{7D351D6D-1BAB-144E-3AC0-C922C5288793}"/>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6">
            <a:extLst>
              <a:ext uri="{FF2B5EF4-FFF2-40B4-BE49-F238E27FC236}">
                <a16:creationId xmlns:a16="http://schemas.microsoft.com/office/drawing/2014/main" id="{ED6B5B69-C500-AEFE-F7C1-0BE0A97AD2D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EDC17C2-E2C8-406E-85EC-871E57569E0D}"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95235" name="Rectangle 1">
            <a:extLst>
              <a:ext uri="{FF2B5EF4-FFF2-40B4-BE49-F238E27FC236}">
                <a16:creationId xmlns:a16="http://schemas.microsoft.com/office/drawing/2014/main" id="{1B1B9F68-1989-A8EE-59D3-EF19FCDDAED2}"/>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6" name="Rectangle 2">
            <a:extLst>
              <a:ext uri="{FF2B5EF4-FFF2-40B4-BE49-F238E27FC236}">
                <a16:creationId xmlns:a16="http://schemas.microsoft.com/office/drawing/2014/main" id="{A9DD7994-938D-BD38-6BBC-EC7F3669422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6">
            <a:extLst>
              <a:ext uri="{FF2B5EF4-FFF2-40B4-BE49-F238E27FC236}">
                <a16:creationId xmlns:a16="http://schemas.microsoft.com/office/drawing/2014/main" id="{F3D0F572-F90E-22B7-CB68-A4043705798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3E11CCF3-116C-479C-BF9E-FB40454B1858}"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35</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97283" name="Rectangle 1">
            <a:extLst>
              <a:ext uri="{FF2B5EF4-FFF2-40B4-BE49-F238E27FC236}">
                <a16:creationId xmlns:a16="http://schemas.microsoft.com/office/drawing/2014/main" id="{17E4B419-38BE-D89A-79B0-42FC8E8FC9ED}"/>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4" name="Rectangle 2">
            <a:extLst>
              <a:ext uri="{FF2B5EF4-FFF2-40B4-BE49-F238E27FC236}">
                <a16:creationId xmlns:a16="http://schemas.microsoft.com/office/drawing/2014/main" id="{462963B6-AD6D-B0B0-871E-107936EAACAD}"/>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6">
            <a:extLst>
              <a:ext uri="{FF2B5EF4-FFF2-40B4-BE49-F238E27FC236}">
                <a16:creationId xmlns:a16="http://schemas.microsoft.com/office/drawing/2014/main" id="{9505BC7F-A0C4-2162-58C6-2E843D1DE11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C23AAF1-88F1-4C6F-B217-275BB1941D93}"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36</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99331" name="Rectangle 1">
            <a:extLst>
              <a:ext uri="{FF2B5EF4-FFF2-40B4-BE49-F238E27FC236}">
                <a16:creationId xmlns:a16="http://schemas.microsoft.com/office/drawing/2014/main" id="{8A222AE8-FBDD-50EE-31B3-5F24127E94ED}"/>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2" name="Rectangle 2">
            <a:extLst>
              <a:ext uri="{FF2B5EF4-FFF2-40B4-BE49-F238E27FC236}">
                <a16:creationId xmlns:a16="http://schemas.microsoft.com/office/drawing/2014/main" id="{77440CBD-0562-34D5-0E1B-CAA6D4D1B025}"/>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6">
            <a:extLst>
              <a:ext uri="{FF2B5EF4-FFF2-40B4-BE49-F238E27FC236}">
                <a16:creationId xmlns:a16="http://schemas.microsoft.com/office/drawing/2014/main" id="{59A356F2-D4F2-8946-E25B-821C8156333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58F009A8-F57F-4E23-8458-FFDC0DC86BD6}"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01379" name="Rectangle 1">
            <a:extLst>
              <a:ext uri="{FF2B5EF4-FFF2-40B4-BE49-F238E27FC236}">
                <a16:creationId xmlns:a16="http://schemas.microsoft.com/office/drawing/2014/main" id="{DCBA8A9D-1AF1-1678-F864-C02EA3BBDF10}"/>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80" name="Rectangle 2">
            <a:extLst>
              <a:ext uri="{FF2B5EF4-FFF2-40B4-BE49-F238E27FC236}">
                <a16:creationId xmlns:a16="http://schemas.microsoft.com/office/drawing/2014/main" id="{1E657978-9FA1-9391-1CC7-CF7647C65B38}"/>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6">
            <a:extLst>
              <a:ext uri="{FF2B5EF4-FFF2-40B4-BE49-F238E27FC236}">
                <a16:creationId xmlns:a16="http://schemas.microsoft.com/office/drawing/2014/main" id="{CE9B238A-C1E4-426C-0F76-D5591A05490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9567472D-5E16-4520-8A41-E96ED908FE00}"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38</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03427" name="Rectangle 1">
            <a:extLst>
              <a:ext uri="{FF2B5EF4-FFF2-40B4-BE49-F238E27FC236}">
                <a16:creationId xmlns:a16="http://schemas.microsoft.com/office/drawing/2014/main" id="{DD30A60E-F876-466B-B4C8-D028E40062AB}"/>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8" name="Rectangle 2">
            <a:extLst>
              <a:ext uri="{FF2B5EF4-FFF2-40B4-BE49-F238E27FC236}">
                <a16:creationId xmlns:a16="http://schemas.microsoft.com/office/drawing/2014/main" id="{B74B1AAA-18B9-38B0-9098-AC0DFAFD393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6">
            <a:extLst>
              <a:ext uri="{FF2B5EF4-FFF2-40B4-BE49-F238E27FC236}">
                <a16:creationId xmlns:a16="http://schemas.microsoft.com/office/drawing/2014/main" id="{CDA5A741-A353-05F7-BAAA-A5B727EDEDE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3AF4AEEB-0401-4B9F-BCC7-CFC49099FEF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39</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05475" name="Rectangle 1">
            <a:extLst>
              <a:ext uri="{FF2B5EF4-FFF2-40B4-BE49-F238E27FC236}">
                <a16:creationId xmlns:a16="http://schemas.microsoft.com/office/drawing/2014/main" id="{3FCB3788-6CDF-C3A0-3A67-374D274F2984}"/>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6" name="Rectangle 2">
            <a:extLst>
              <a:ext uri="{FF2B5EF4-FFF2-40B4-BE49-F238E27FC236}">
                <a16:creationId xmlns:a16="http://schemas.microsoft.com/office/drawing/2014/main" id="{5BD32E1E-CB13-7A70-0B9F-2D1D46E225B9}"/>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6">
            <a:extLst>
              <a:ext uri="{FF2B5EF4-FFF2-40B4-BE49-F238E27FC236}">
                <a16:creationId xmlns:a16="http://schemas.microsoft.com/office/drawing/2014/main" id="{98B651BC-5992-8F81-EBB6-093677E1460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90D150E3-A2A4-4986-8BD9-298C77619232}"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07523" name="Rectangle 1">
            <a:extLst>
              <a:ext uri="{FF2B5EF4-FFF2-40B4-BE49-F238E27FC236}">
                <a16:creationId xmlns:a16="http://schemas.microsoft.com/office/drawing/2014/main" id="{B6C030BE-56BB-5EB5-DD81-7480E8628297}"/>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4" name="Rectangle 2">
            <a:extLst>
              <a:ext uri="{FF2B5EF4-FFF2-40B4-BE49-F238E27FC236}">
                <a16:creationId xmlns:a16="http://schemas.microsoft.com/office/drawing/2014/main" id="{D3E3E691-4A6F-B135-5CDD-C3CFFF01E41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6">
            <a:extLst>
              <a:ext uri="{FF2B5EF4-FFF2-40B4-BE49-F238E27FC236}">
                <a16:creationId xmlns:a16="http://schemas.microsoft.com/office/drawing/2014/main" id="{F920E860-1A8A-C098-0BC9-A4DAD875828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7709581-00C1-4774-8F3D-BC45C641BEB1}"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09571" name="Rectangle 1">
            <a:extLst>
              <a:ext uri="{FF2B5EF4-FFF2-40B4-BE49-F238E27FC236}">
                <a16:creationId xmlns:a16="http://schemas.microsoft.com/office/drawing/2014/main" id="{F01EED88-F6B7-ABB8-BF29-AD709CD0F526}"/>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2" name="Rectangle 2">
            <a:extLst>
              <a:ext uri="{FF2B5EF4-FFF2-40B4-BE49-F238E27FC236}">
                <a16:creationId xmlns:a16="http://schemas.microsoft.com/office/drawing/2014/main" id="{DDE8F80D-0307-CEE2-4511-88A8188B47B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6">
            <a:extLst>
              <a:ext uri="{FF2B5EF4-FFF2-40B4-BE49-F238E27FC236}">
                <a16:creationId xmlns:a16="http://schemas.microsoft.com/office/drawing/2014/main" id="{2BA0E9DC-9D2C-CA23-FBE0-E516ECF0F57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E62BEAD6-70AD-42B9-984C-DE8AA5B7496C}"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11619" name="Rectangle 1">
            <a:extLst>
              <a:ext uri="{FF2B5EF4-FFF2-40B4-BE49-F238E27FC236}">
                <a16:creationId xmlns:a16="http://schemas.microsoft.com/office/drawing/2014/main" id="{ED272D44-F0CE-41B6-4CE3-4032E4C8AF50}"/>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20" name="Rectangle 2">
            <a:extLst>
              <a:ext uri="{FF2B5EF4-FFF2-40B4-BE49-F238E27FC236}">
                <a16:creationId xmlns:a16="http://schemas.microsoft.com/office/drawing/2014/main" id="{F2F75FBB-F01A-B137-65C2-EE89057D5BD5}"/>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6">
            <a:extLst>
              <a:ext uri="{FF2B5EF4-FFF2-40B4-BE49-F238E27FC236}">
                <a16:creationId xmlns:a16="http://schemas.microsoft.com/office/drawing/2014/main" id="{F874E41B-1030-DF31-8233-E4F0BC42ED9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71E33B9A-2B23-458D-96A4-6F2F06E7D6F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13667" name="Rectangle 1">
            <a:extLst>
              <a:ext uri="{FF2B5EF4-FFF2-40B4-BE49-F238E27FC236}">
                <a16:creationId xmlns:a16="http://schemas.microsoft.com/office/drawing/2014/main" id="{216D6A07-2AF7-1E53-08CF-F2867F823605}"/>
              </a:ext>
            </a:extLst>
          </p:cNvPr>
          <p:cNvSpPr txBox="1">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8" name="Rectangle 2">
            <a:extLst>
              <a:ext uri="{FF2B5EF4-FFF2-40B4-BE49-F238E27FC236}">
                <a16:creationId xmlns:a16="http://schemas.microsoft.com/office/drawing/2014/main" id="{DC525B6A-C3DE-F453-C1BE-50685AD3B7A0}"/>
              </a:ext>
            </a:extLst>
          </p:cNvPr>
          <p:cNvSpPr txBox="1">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44DA2FA-577E-7BDD-8A11-8A37D9F74BED}"/>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E80B5DD0-55A4-184D-71A9-AD2CF25A9AA3}"/>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759FC845-C6AB-622B-1E38-C492FFD4BCBF}"/>
              </a:ext>
            </a:extLst>
          </p:cNvPr>
          <p:cNvSpPr>
            <a:spLocks noGrp="1"/>
          </p:cNvSpPr>
          <p:nvPr>
            <p:ph type="sldNum" idx="12"/>
          </p:nvPr>
        </p:nvSpPr>
        <p:spPr/>
        <p:txBody>
          <a:bodyPr/>
          <a:lstStyle>
            <a:lvl1pPr>
              <a:defRPr smtClean="0"/>
            </a:lvl1pPr>
          </a:lstStyle>
          <a:p>
            <a:pPr>
              <a:defRPr/>
            </a:pPr>
            <a:fld id="{2EC5C841-79CC-452A-A31B-AEE5E0741A0D}" type="slidenum">
              <a:rPr lang="en-US" altLang="es-MX"/>
              <a:pPr>
                <a:defRPr/>
              </a:pPr>
              <a:t>‹Nº›</a:t>
            </a:fld>
            <a:endParaRPr lang="en-US" altLang="es-MX"/>
          </a:p>
        </p:txBody>
      </p:sp>
    </p:spTree>
    <p:extLst>
      <p:ext uri="{BB962C8B-B14F-4D97-AF65-F5344CB8AC3E}">
        <p14:creationId xmlns:p14="http://schemas.microsoft.com/office/powerpoint/2010/main" val="897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87AA0E-646B-80FC-18B9-2626D814C092}"/>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A40B647A-A5D4-AB1E-9B13-04BBF16AC121}"/>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229FE7EB-38F3-C715-6C26-A3F9B413431B}"/>
              </a:ext>
            </a:extLst>
          </p:cNvPr>
          <p:cNvSpPr>
            <a:spLocks noGrp="1"/>
          </p:cNvSpPr>
          <p:nvPr>
            <p:ph type="sldNum" idx="12"/>
          </p:nvPr>
        </p:nvSpPr>
        <p:spPr/>
        <p:txBody>
          <a:bodyPr/>
          <a:lstStyle>
            <a:lvl1pPr>
              <a:defRPr smtClean="0"/>
            </a:lvl1pPr>
          </a:lstStyle>
          <a:p>
            <a:pPr>
              <a:defRPr/>
            </a:pPr>
            <a:fld id="{1D0E2F16-EC28-484C-B559-39064B7751CD}" type="slidenum">
              <a:rPr lang="en-US" altLang="es-MX"/>
              <a:pPr>
                <a:defRPr/>
              </a:pPr>
              <a:t>‹Nº›</a:t>
            </a:fld>
            <a:endParaRPr lang="en-US" altLang="es-MX"/>
          </a:p>
        </p:txBody>
      </p:sp>
    </p:spTree>
    <p:extLst>
      <p:ext uri="{BB962C8B-B14F-4D97-AF65-F5344CB8AC3E}">
        <p14:creationId xmlns:p14="http://schemas.microsoft.com/office/powerpoint/2010/main" val="3139609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EC1DF7A-863A-ED9F-EEB3-5C4F48C5CA37}"/>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FE6BE278-294D-FC72-E180-F8DC46A0B236}"/>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DF0BB9DB-0955-BBEC-4780-2EF12CC35C5D}"/>
              </a:ext>
            </a:extLst>
          </p:cNvPr>
          <p:cNvSpPr>
            <a:spLocks noGrp="1"/>
          </p:cNvSpPr>
          <p:nvPr>
            <p:ph type="sldNum" idx="12"/>
          </p:nvPr>
        </p:nvSpPr>
        <p:spPr/>
        <p:txBody>
          <a:bodyPr/>
          <a:lstStyle>
            <a:lvl1pPr>
              <a:defRPr smtClean="0"/>
            </a:lvl1pPr>
          </a:lstStyle>
          <a:p>
            <a:pPr>
              <a:defRPr/>
            </a:pPr>
            <a:fld id="{577D7E38-120E-4D2F-80F4-DD7C1CA87D5C}" type="slidenum">
              <a:rPr lang="en-US" altLang="es-MX"/>
              <a:pPr>
                <a:defRPr/>
              </a:pPr>
              <a:t>‹Nº›</a:t>
            </a:fld>
            <a:endParaRPr lang="en-US" altLang="es-MX"/>
          </a:p>
        </p:txBody>
      </p:sp>
    </p:spTree>
    <p:extLst>
      <p:ext uri="{BB962C8B-B14F-4D97-AF65-F5344CB8AC3E}">
        <p14:creationId xmlns:p14="http://schemas.microsoft.com/office/powerpoint/2010/main" val="455015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609600" y="1604963"/>
            <a:ext cx="5408613" cy="39751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0613" y="1604963"/>
            <a:ext cx="5410200" cy="39751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366CBBE5-92CC-6E1E-F0DD-40EC81633794}"/>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090B57D6-BDD2-C5ED-0BFC-AC3FEF207AA6}"/>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CD31BE8F-4E7F-7F9A-AFBF-1F8C463C9A7F}"/>
              </a:ext>
            </a:extLst>
          </p:cNvPr>
          <p:cNvSpPr>
            <a:spLocks noGrp="1"/>
          </p:cNvSpPr>
          <p:nvPr>
            <p:ph type="sldNum" idx="12"/>
          </p:nvPr>
        </p:nvSpPr>
        <p:spPr/>
        <p:txBody>
          <a:bodyPr/>
          <a:lstStyle>
            <a:lvl1pPr>
              <a:defRPr smtClean="0"/>
            </a:lvl1pPr>
          </a:lstStyle>
          <a:p>
            <a:pPr>
              <a:defRPr/>
            </a:pPr>
            <a:fld id="{29B46985-4CC6-4A8E-B0CF-83D39C60ECF6}" type="slidenum">
              <a:rPr lang="en-US" altLang="es-MX"/>
              <a:pPr>
                <a:defRPr/>
              </a:pPr>
              <a:t>‹Nº›</a:t>
            </a:fld>
            <a:endParaRPr lang="en-US" altLang="es-MX"/>
          </a:p>
        </p:txBody>
      </p:sp>
    </p:spTree>
    <p:extLst>
      <p:ext uri="{BB962C8B-B14F-4D97-AF65-F5344CB8AC3E}">
        <p14:creationId xmlns:p14="http://schemas.microsoft.com/office/powerpoint/2010/main" val="2271695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347FE022-66C3-F28C-A711-30AEF49F1655}"/>
              </a:ext>
            </a:extLst>
          </p:cNvPr>
          <p:cNvSpPr>
            <a:spLocks noGrp="1"/>
          </p:cNvSpPr>
          <p:nvPr>
            <p:ph type="dt" idx="10"/>
          </p:nvPr>
        </p:nvSpPr>
        <p:spPr/>
        <p:txBody>
          <a:bodyPr/>
          <a:lstStyle>
            <a:lvl1pPr>
              <a:defRPr/>
            </a:lvl1pPr>
          </a:lstStyle>
          <a:p>
            <a:pPr>
              <a:defRPr/>
            </a:pPr>
            <a:endParaRPr lang="en-US" altLang="es-MX"/>
          </a:p>
        </p:txBody>
      </p:sp>
      <p:sp>
        <p:nvSpPr>
          <p:cNvPr id="8" name="Marcador de pie de página 7">
            <a:extLst>
              <a:ext uri="{FF2B5EF4-FFF2-40B4-BE49-F238E27FC236}">
                <a16:creationId xmlns:a16="http://schemas.microsoft.com/office/drawing/2014/main" id="{497D943E-D9CE-BEE5-68B9-5FB2183A6E9F}"/>
              </a:ext>
            </a:extLst>
          </p:cNvPr>
          <p:cNvSpPr>
            <a:spLocks noGrp="1"/>
          </p:cNvSpPr>
          <p:nvPr>
            <p:ph type="ftr" idx="11"/>
          </p:nvPr>
        </p:nvSpPr>
        <p:spPr/>
        <p:txBody>
          <a:bodyPr/>
          <a:lstStyle>
            <a:lvl1pPr>
              <a:defRPr/>
            </a:lvl1pPr>
          </a:lstStyle>
          <a:p>
            <a:pPr>
              <a:defRPr/>
            </a:pPr>
            <a:endParaRPr lang="en-US" altLang="es-MX"/>
          </a:p>
        </p:txBody>
      </p:sp>
      <p:sp>
        <p:nvSpPr>
          <p:cNvPr id="9" name="Marcador de número de diapositiva 8">
            <a:extLst>
              <a:ext uri="{FF2B5EF4-FFF2-40B4-BE49-F238E27FC236}">
                <a16:creationId xmlns:a16="http://schemas.microsoft.com/office/drawing/2014/main" id="{EB1D4A7E-9E11-6AAF-3BCA-2EF37A22E5DE}"/>
              </a:ext>
            </a:extLst>
          </p:cNvPr>
          <p:cNvSpPr>
            <a:spLocks noGrp="1"/>
          </p:cNvSpPr>
          <p:nvPr>
            <p:ph type="sldNum" idx="12"/>
          </p:nvPr>
        </p:nvSpPr>
        <p:spPr/>
        <p:txBody>
          <a:bodyPr/>
          <a:lstStyle>
            <a:lvl1pPr>
              <a:defRPr smtClean="0"/>
            </a:lvl1pPr>
          </a:lstStyle>
          <a:p>
            <a:pPr>
              <a:defRPr/>
            </a:pPr>
            <a:fld id="{5DB852CC-58E4-468F-A516-2D080B7B435B}" type="slidenum">
              <a:rPr lang="en-US" altLang="es-MX"/>
              <a:pPr>
                <a:defRPr/>
              </a:pPr>
              <a:t>‹Nº›</a:t>
            </a:fld>
            <a:endParaRPr lang="en-US" altLang="es-MX"/>
          </a:p>
        </p:txBody>
      </p:sp>
    </p:spTree>
    <p:extLst>
      <p:ext uri="{BB962C8B-B14F-4D97-AF65-F5344CB8AC3E}">
        <p14:creationId xmlns:p14="http://schemas.microsoft.com/office/powerpoint/2010/main" val="169681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DFE020F-755A-3132-87B2-A6CBC0E3F091}"/>
              </a:ext>
            </a:extLst>
          </p:cNvPr>
          <p:cNvSpPr>
            <a:spLocks noGrp="1"/>
          </p:cNvSpPr>
          <p:nvPr>
            <p:ph type="dt" idx="10"/>
          </p:nvPr>
        </p:nvSpPr>
        <p:spPr/>
        <p:txBody>
          <a:bodyPr/>
          <a:lstStyle>
            <a:lvl1pPr>
              <a:defRPr/>
            </a:lvl1pPr>
          </a:lstStyle>
          <a:p>
            <a:pPr>
              <a:defRPr/>
            </a:pPr>
            <a:endParaRPr lang="en-US" altLang="es-MX"/>
          </a:p>
        </p:txBody>
      </p:sp>
      <p:sp>
        <p:nvSpPr>
          <p:cNvPr id="4" name="Marcador de pie de página 3">
            <a:extLst>
              <a:ext uri="{FF2B5EF4-FFF2-40B4-BE49-F238E27FC236}">
                <a16:creationId xmlns:a16="http://schemas.microsoft.com/office/drawing/2014/main" id="{4848AE49-39F6-AB07-9182-4F4C24AF1B4E}"/>
              </a:ext>
            </a:extLst>
          </p:cNvPr>
          <p:cNvSpPr>
            <a:spLocks noGrp="1"/>
          </p:cNvSpPr>
          <p:nvPr>
            <p:ph type="ftr" idx="11"/>
          </p:nvPr>
        </p:nvSpPr>
        <p:spPr/>
        <p:txBody>
          <a:bodyPr/>
          <a:lstStyle>
            <a:lvl1pPr>
              <a:defRPr/>
            </a:lvl1pPr>
          </a:lstStyle>
          <a:p>
            <a:pPr>
              <a:defRPr/>
            </a:pPr>
            <a:endParaRPr lang="en-US" altLang="es-MX"/>
          </a:p>
        </p:txBody>
      </p:sp>
      <p:sp>
        <p:nvSpPr>
          <p:cNvPr id="5" name="Marcador de número de diapositiva 4">
            <a:extLst>
              <a:ext uri="{FF2B5EF4-FFF2-40B4-BE49-F238E27FC236}">
                <a16:creationId xmlns:a16="http://schemas.microsoft.com/office/drawing/2014/main" id="{E9D1FB05-7714-4A38-A1C1-1D65B16C8B74}"/>
              </a:ext>
            </a:extLst>
          </p:cNvPr>
          <p:cNvSpPr>
            <a:spLocks noGrp="1"/>
          </p:cNvSpPr>
          <p:nvPr>
            <p:ph type="sldNum" idx="12"/>
          </p:nvPr>
        </p:nvSpPr>
        <p:spPr/>
        <p:txBody>
          <a:bodyPr/>
          <a:lstStyle>
            <a:lvl1pPr>
              <a:defRPr smtClean="0"/>
            </a:lvl1pPr>
          </a:lstStyle>
          <a:p>
            <a:pPr>
              <a:defRPr/>
            </a:pPr>
            <a:fld id="{D20BF3CB-2C8C-457B-8CAC-54E65A70FB48}" type="slidenum">
              <a:rPr lang="en-US" altLang="es-MX"/>
              <a:pPr>
                <a:defRPr/>
              </a:pPr>
              <a:t>‹Nº›</a:t>
            </a:fld>
            <a:endParaRPr lang="en-US" altLang="es-MX"/>
          </a:p>
        </p:txBody>
      </p:sp>
    </p:spTree>
    <p:extLst>
      <p:ext uri="{BB962C8B-B14F-4D97-AF65-F5344CB8AC3E}">
        <p14:creationId xmlns:p14="http://schemas.microsoft.com/office/powerpoint/2010/main" val="2662309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88CB55-59F3-CB03-80EF-4058D09895BF}"/>
              </a:ext>
            </a:extLst>
          </p:cNvPr>
          <p:cNvSpPr>
            <a:spLocks noGrp="1"/>
          </p:cNvSpPr>
          <p:nvPr>
            <p:ph type="dt" idx="10"/>
          </p:nvPr>
        </p:nvSpPr>
        <p:spPr/>
        <p:txBody>
          <a:bodyPr/>
          <a:lstStyle>
            <a:lvl1pPr>
              <a:defRPr/>
            </a:lvl1pPr>
          </a:lstStyle>
          <a:p>
            <a:pPr>
              <a:defRPr/>
            </a:pPr>
            <a:endParaRPr lang="en-US" altLang="es-MX"/>
          </a:p>
        </p:txBody>
      </p:sp>
      <p:sp>
        <p:nvSpPr>
          <p:cNvPr id="3" name="Marcador de pie de página 2">
            <a:extLst>
              <a:ext uri="{FF2B5EF4-FFF2-40B4-BE49-F238E27FC236}">
                <a16:creationId xmlns:a16="http://schemas.microsoft.com/office/drawing/2014/main" id="{0C114088-2F95-1A48-924A-D048EEEEE360}"/>
              </a:ext>
            </a:extLst>
          </p:cNvPr>
          <p:cNvSpPr>
            <a:spLocks noGrp="1"/>
          </p:cNvSpPr>
          <p:nvPr>
            <p:ph type="ftr" idx="11"/>
          </p:nvPr>
        </p:nvSpPr>
        <p:spPr/>
        <p:txBody>
          <a:bodyPr/>
          <a:lstStyle>
            <a:lvl1pPr>
              <a:defRPr/>
            </a:lvl1pPr>
          </a:lstStyle>
          <a:p>
            <a:pPr>
              <a:defRPr/>
            </a:pPr>
            <a:endParaRPr lang="en-US" altLang="es-MX"/>
          </a:p>
        </p:txBody>
      </p:sp>
      <p:sp>
        <p:nvSpPr>
          <p:cNvPr id="4" name="Marcador de número de diapositiva 3">
            <a:extLst>
              <a:ext uri="{FF2B5EF4-FFF2-40B4-BE49-F238E27FC236}">
                <a16:creationId xmlns:a16="http://schemas.microsoft.com/office/drawing/2014/main" id="{A9268D3F-6A5D-F80E-513F-F4CEB75C1FD8}"/>
              </a:ext>
            </a:extLst>
          </p:cNvPr>
          <p:cNvSpPr>
            <a:spLocks noGrp="1"/>
          </p:cNvSpPr>
          <p:nvPr>
            <p:ph type="sldNum" idx="12"/>
          </p:nvPr>
        </p:nvSpPr>
        <p:spPr/>
        <p:txBody>
          <a:bodyPr/>
          <a:lstStyle>
            <a:lvl1pPr>
              <a:defRPr smtClean="0"/>
            </a:lvl1pPr>
          </a:lstStyle>
          <a:p>
            <a:pPr>
              <a:defRPr/>
            </a:pPr>
            <a:fld id="{6A5AD7F5-4158-4178-A1D6-D23FC5CA21EF}" type="slidenum">
              <a:rPr lang="en-US" altLang="es-MX"/>
              <a:pPr>
                <a:defRPr/>
              </a:pPr>
              <a:t>‹Nº›</a:t>
            </a:fld>
            <a:endParaRPr lang="en-US" altLang="es-MX"/>
          </a:p>
        </p:txBody>
      </p:sp>
    </p:spTree>
    <p:extLst>
      <p:ext uri="{BB962C8B-B14F-4D97-AF65-F5344CB8AC3E}">
        <p14:creationId xmlns:p14="http://schemas.microsoft.com/office/powerpoint/2010/main" val="638671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590A761-4778-7A8B-39CE-3C0034143537}"/>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A483BB35-A0F3-69BF-7518-BDC1C0848683}"/>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5203BFC0-D88E-37B3-F301-35AE1BF08C96}"/>
              </a:ext>
            </a:extLst>
          </p:cNvPr>
          <p:cNvSpPr>
            <a:spLocks noGrp="1"/>
          </p:cNvSpPr>
          <p:nvPr>
            <p:ph type="sldNum" idx="12"/>
          </p:nvPr>
        </p:nvSpPr>
        <p:spPr/>
        <p:txBody>
          <a:bodyPr/>
          <a:lstStyle>
            <a:lvl1pPr>
              <a:defRPr smtClean="0"/>
            </a:lvl1pPr>
          </a:lstStyle>
          <a:p>
            <a:pPr>
              <a:defRPr/>
            </a:pPr>
            <a:fld id="{A6EE705D-7B22-40C9-8EC9-D818D9458797}" type="slidenum">
              <a:rPr lang="en-US" altLang="es-MX"/>
              <a:pPr>
                <a:defRPr/>
              </a:pPr>
              <a:t>‹Nº›</a:t>
            </a:fld>
            <a:endParaRPr lang="en-US" altLang="es-MX"/>
          </a:p>
        </p:txBody>
      </p:sp>
    </p:spTree>
    <p:extLst>
      <p:ext uri="{BB962C8B-B14F-4D97-AF65-F5344CB8AC3E}">
        <p14:creationId xmlns:p14="http://schemas.microsoft.com/office/powerpoint/2010/main" val="15278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8B82F31-3B1D-241A-A9F1-CA6B59633254}"/>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4278C9AF-985F-A768-8A0E-37880070A9B9}"/>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1038DE1C-EF0B-CD6B-BC1E-6F53ABA7EB64}"/>
              </a:ext>
            </a:extLst>
          </p:cNvPr>
          <p:cNvSpPr>
            <a:spLocks noGrp="1"/>
          </p:cNvSpPr>
          <p:nvPr>
            <p:ph type="sldNum" idx="12"/>
          </p:nvPr>
        </p:nvSpPr>
        <p:spPr/>
        <p:txBody>
          <a:bodyPr/>
          <a:lstStyle>
            <a:lvl1pPr>
              <a:defRPr smtClean="0"/>
            </a:lvl1pPr>
          </a:lstStyle>
          <a:p>
            <a:pPr>
              <a:defRPr/>
            </a:pPr>
            <a:fld id="{FE076753-C641-4D0D-8CF5-F5EF62F1A0B5}" type="slidenum">
              <a:rPr lang="en-US" altLang="es-MX"/>
              <a:pPr>
                <a:defRPr/>
              </a:pPr>
              <a:t>‹Nº›</a:t>
            </a:fld>
            <a:endParaRPr lang="en-US" altLang="es-MX"/>
          </a:p>
        </p:txBody>
      </p:sp>
    </p:spTree>
    <p:extLst>
      <p:ext uri="{BB962C8B-B14F-4D97-AF65-F5344CB8AC3E}">
        <p14:creationId xmlns:p14="http://schemas.microsoft.com/office/powerpoint/2010/main" val="102722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264FBBE-399D-7EC2-44D1-8884119A3092}"/>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4A62C884-4F19-BDA1-38F2-1D41E81232EC}"/>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A9893003-ACA3-FE1E-97F3-AB2F04C6F372}"/>
              </a:ext>
            </a:extLst>
          </p:cNvPr>
          <p:cNvSpPr>
            <a:spLocks noGrp="1"/>
          </p:cNvSpPr>
          <p:nvPr>
            <p:ph type="sldNum" idx="12"/>
          </p:nvPr>
        </p:nvSpPr>
        <p:spPr/>
        <p:txBody>
          <a:bodyPr/>
          <a:lstStyle>
            <a:lvl1pPr>
              <a:defRPr smtClean="0"/>
            </a:lvl1pPr>
          </a:lstStyle>
          <a:p>
            <a:pPr>
              <a:defRPr/>
            </a:pPr>
            <a:fld id="{E09D8A4A-66F1-41FD-8A4C-C53757936E51}" type="slidenum">
              <a:rPr lang="en-US" altLang="es-MX"/>
              <a:pPr>
                <a:defRPr/>
              </a:pPr>
              <a:t>‹Nº›</a:t>
            </a:fld>
            <a:endParaRPr lang="en-US" altLang="es-MX"/>
          </a:p>
        </p:txBody>
      </p:sp>
    </p:spTree>
    <p:extLst>
      <p:ext uri="{BB962C8B-B14F-4D97-AF65-F5344CB8AC3E}">
        <p14:creationId xmlns:p14="http://schemas.microsoft.com/office/powerpoint/2010/main" val="87415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53488" y="1123950"/>
            <a:ext cx="2757487" cy="4456113"/>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576263" y="1123950"/>
            <a:ext cx="8124825" cy="445611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41F1D47-1F8D-AB9C-7B6A-82C89F1F345E}"/>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F32CAED1-49C4-3AE5-15E3-D0506B97847B}"/>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9638D273-C8E1-E3B3-DE55-A7D2CE617C33}"/>
              </a:ext>
            </a:extLst>
          </p:cNvPr>
          <p:cNvSpPr>
            <a:spLocks noGrp="1"/>
          </p:cNvSpPr>
          <p:nvPr>
            <p:ph type="sldNum" idx="12"/>
          </p:nvPr>
        </p:nvSpPr>
        <p:spPr/>
        <p:txBody>
          <a:bodyPr/>
          <a:lstStyle>
            <a:lvl1pPr>
              <a:defRPr smtClean="0"/>
            </a:lvl1pPr>
          </a:lstStyle>
          <a:p>
            <a:pPr>
              <a:defRPr/>
            </a:pPr>
            <a:fld id="{138264E6-6F74-46E2-933E-B9D559A9D5F4}" type="slidenum">
              <a:rPr lang="en-US" altLang="es-MX"/>
              <a:pPr>
                <a:defRPr/>
              </a:pPr>
              <a:t>‹Nº›</a:t>
            </a:fld>
            <a:endParaRPr lang="en-US" altLang="es-MX"/>
          </a:p>
        </p:txBody>
      </p:sp>
    </p:spTree>
    <p:extLst>
      <p:ext uri="{BB962C8B-B14F-4D97-AF65-F5344CB8AC3E}">
        <p14:creationId xmlns:p14="http://schemas.microsoft.com/office/powerpoint/2010/main" val="1392908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576263" y="1123950"/>
            <a:ext cx="11034712" cy="3171825"/>
          </a:xfrm>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CFE6A88-F38B-0403-A51E-104D487ABBA5}"/>
              </a:ext>
            </a:extLst>
          </p:cNvPr>
          <p:cNvSpPr>
            <a:spLocks noGrp="1"/>
          </p:cNvSpPr>
          <p:nvPr>
            <p:ph type="dt" idx="10"/>
          </p:nvPr>
        </p:nvSpPr>
        <p:spPr/>
        <p:txBody>
          <a:bodyPr/>
          <a:lstStyle>
            <a:lvl1pPr>
              <a:defRPr/>
            </a:lvl1pPr>
          </a:lstStyle>
          <a:p>
            <a:pPr>
              <a:defRPr/>
            </a:pPr>
            <a:endParaRPr lang="en-US" altLang="es-MX"/>
          </a:p>
        </p:txBody>
      </p:sp>
      <p:sp>
        <p:nvSpPr>
          <p:cNvPr id="4" name="Marcador de pie de página 3">
            <a:extLst>
              <a:ext uri="{FF2B5EF4-FFF2-40B4-BE49-F238E27FC236}">
                <a16:creationId xmlns:a16="http://schemas.microsoft.com/office/drawing/2014/main" id="{BE465D28-386B-A55A-1507-9065689BB854}"/>
              </a:ext>
            </a:extLst>
          </p:cNvPr>
          <p:cNvSpPr>
            <a:spLocks noGrp="1"/>
          </p:cNvSpPr>
          <p:nvPr>
            <p:ph type="ftr" idx="11"/>
          </p:nvPr>
        </p:nvSpPr>
        <p:spPr/>
        <p:txBody>
          <a:bodyPr/>
          <a:lstStyle>
            <a:lvl1pPr>
              <a:defRPr/>
            </a:lvl1pPr>
          </a:lstStyle>
          <a:p>
            <a:pPr>
              <a:defRPr/>
            </a:pPr>
            <a:endParaRPr lang="en-US" altLang="es-MX"/>
          </a:p>
        </p:txBody>
      </p:sp>
      <p:sp>
        <p:nvSpPr>
          <p:cNvPr id="5" name="Marcador de número de diapositiva 4">
            <a:extLst>
              <a:ext uri="{FF2B5EF4-FFF2-40B4-BE49-F238E27FC236}">
                <a16:creationId xmlns:a16="http://schemas.microsoft.com/office/drawing/2014/main" id="{BDEE673F-D981-4DAF-5D15-629EC2034B25}"/>
              </a:ext>
            </a:extLst>
          </p:cNvPr>
          <p:cNvSpPr>
            <a:spLocks noGrp="1"/>
          </p:cNvSpPr>
          <p:nvPr>
            <p:ph type="sldNum" idx="12"/>
          </p:nvPr>
        </p:nvSpPr>
        <p:spPr/>
        <p:txBody>
          <a:bodyPr/>
          <a:lstStyle>
            <a:lvl1pPr>
              <a:defRPr smtClean="0"/>
            </a:lvl1pPr>
          </a:lstStyle>
          <a:p>
            <a:pPr>
              <a:defRPr/>
            </a:pPr>
            <a:fld id="{D4677051-75C4-4966-A793-DC28E4C6F92F}" type="slidenum">
              <a:rPr lang="en-US" altLang="es-MX"/>
              <a:pPr>
                <a:defRPr/>
              </a:pPr>
              <a:t>‹Nº›</a:t>
            </a:fld>
            <a:endParaRPr lang="en-US" altLang="es-MX"/>
          </a:p>
        </p:txBody>
      </p:sp>
    </p:spTree>
    <p:extLst>
      <p:ext uri="{BB962C8B-B14F-4D97-AF65-F5344CB8AC3E}">
        <p14:creationId xmlns:p14="http://schemas.microsoft.com/office/powerpoint/2010/main" val="3867572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920EED6-D9C8-745B-2F7D-FED411F89F99}"/>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84E072FF-BF89-A1BB-5481-94C44EEB6944}"/>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04EE87E4-9E63-EF46-12D1-3520E240E36C}"/>
              </a:ext>
            </a:extLst>
          </p:cNvPr>
          <p:cNvSpPr>
            <a:spLocks noGrp="1"/>
          </p:cNvSpPr>
          <p:nvPr>
            <p:ph type="sldNum" idx="12"/>
          </p:nvPr>
        </p:nvSpPr>
        <p:spPr/>
        <p:txBody>
          <a:bodyPr/>
          <a:lstStyle>
            <a:lvl1pPr>
              <a:defRPr smtClean="0"/>
            </a:lvl1pPr>
          </a:lstStyle>
          <a:p>
            <a:pPr>
              <a:defRPr/>
            </a:pPr>
            <a:fld id="{C3F0336A-27EE-4701-951C-205CAEA1D70F}" type="slidenum">
              <a:rPr lang="en-US" altLang="es-MX"/>
              <a:pPr>
                <a:defRPr/>
              </a:pPr>
              <a:t>‹Nº›</a:t>
            </a:fld>
            <a:endParaRPr lang="en-US" altLang="es-MX"/>
          </a:p>
        </p:txBody>
      </p:sp>
    </p:spTree>
    <p:extLst>
      <p:ext uri="{BB962C8B-B14F-4D97-AF65-F5344CB8AC3E}">
        <p14:creationId xmlns:p14="http://schemas.microsoft.com/office/powerpoint/2010/main" val="3644186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F61B962-7F55-DF8D-1707-D05E5E19F681}"/>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19D63CD0-9A7C-B92C-81A4-5620CDD86F86}"/>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FE91E378-5BA4-0AEF-18CF-740A6C450046}"/>
              </a:ext>
            </a:extLst>
          </p:cNvPr>
          <p:cNvSpPr>
            <a:spLocks noGrp="1"/>
          </p:cNvSpPr>
          <p:nvPr>
            <p:ph type="sldNum" idx="12"/>
          </p:nvPr>
        </p:nvSpPr>
        <p:spPr/>
        <p:txBody>
          <a:bodyPr/>
          <a:lstStyle>
            <a:lvl1pPr>
              <a:defRPr smtClean="0"/>
            </a:lvl1pPr>
          </a:lstStyle>
          <a:p>
            <a:pPr>
              <a:defRPr/>
            </a:pPr>
            <a:fld id="{FD1E72AB-36C5-4FEB-9A28-8C5E3A4EE75C}" type="slidenum">
              <a:rPr lang="en-US" altLang="es-MX"/>
              <a:pPr>
                <a:defRPr/>
              </a:pPr>
              <a:t>‹Nº›</a:t>
            </a:fld>
            <a:endParaRPr lang="en-US" altLang="es-MX"/>
          </a:p>
        </p:txBody>
      </p:sp>
    </p:spTree>
    <p:extLst>
      <p:ext uri="{BB962C8B-B14F-4D97-AF65-F5344CB8AC3E}">
        <p14:creationId xmlns:p14="http://schemas.microsoft.com/office/powerpoint/2010/main" val="2102861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11E6385-9719-B6BD-C804-B5B48C29016D}"/>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4106CB93-6B39-6C3A-086C-C6723C7EF195}"/>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E383E919-1662-983C-D79B-FF14924CAB1F}"/>
              </a:ext>
            </a:extLst>
          </p:cNvPr>
          <p:cNvSpPr>
            <a:spLocks noGrp="1"/>
          </p:cNvSpPr>
          <p:nvPr>
            <p:ph type="sldNum" idx="12"/>
          </p:nvPr>
        </p:nvSpPr>
        <p:spPr/>
        <p:txBody>
          <a:bodyPr/>
          <a:lstStyle>
            <a:lvl1pPr>
              <a:defRPr smtClean="0"/>
            </a:lvl1pPr>
          </a:lstStyle>
          <a:p>
            <a:pPr>
              <a:defRPr/>
            </a:pPr>
            <a:fld id="{8D04707C-E93A-4450-AA46-3F8F4AF63229}" type="slidenum">
              <a:rPr lang="en-US" altLang="es-MX"/>
              <a:pPr>
                <a:defRPr/>
              </a:pPr>
              <a:t>‹Nº›</a:t>
            </a:fld>
            <a:endParaRPr lang="en-US" altLang="es-MX"/>
          </a:p>
        </p:txBody>
      </p:sp>
    </p:spTree>
    <p:extLst>
      <p:ext uri="{BB962C8B-B14F-4D97-AF65-F5344CB8AC3E}">
        <p14:creationId xmlns:p14="http://schemas.microsoft.com/office/powerpoint/2010/main" val="1703163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1116013" y="2478088"/>
            <a:ext cx="5006975" cy="3692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275388" y="2478088"/>
            <a:ext cx="5006975" cy="3692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EB44B5D-57D1-A8E0-3730-C8EA4755C372}"/>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7DD3AFBB-2317-E193-0ABA-C6560719DB26}"/>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FBAC869C-2CBE-87DD-8299-911F93C1E43C}"/>
              </a:ext>
            </a:extLst>
          </p:cNvPr>
          <p:cNvSpPr>
            <a:spLocks noGrp="1"/>
          </p:cNvSpPr>
          <p:nvPr>
            <p:ph type="sldNum" idx="12"/>
          </p:nvPr>
        </p:nvSpPr>
        <p:spPr/>
        <p:txBody>
          <a:bodyPr/>
          <a:lstStyle>
            <a:lvl1pPr>
              <a:defRPr smtClean="0"/>
            </a:lvl1pPr>
          </a:lstStyle>
          <a:p>
            <a:pPr>
              <a:defRPr/>
            </a:pPr>
            <a:fld id="{2BF35B16-7473-4BA1-A73A-2A30D376C739}" type="slidenum">
              <a:rPr lang="en-US" altLang="es-MX"/>
              <a:pPr>
                <a:defRPr/>
              </a:pPr>
              <a:t>‹Nº›</a:t>
            </a:fld>
            <a:endParaRPr lang="en-US" altLang="es-MX"/>
          </a:p>
        </p:txBody>
      </p:sp>
    </p:spTree>
    <p:extLst>
      <p:ext uri="{BB962C8B-B14F-4D97-AF65-F5344CB8AC3E}">
        <p14:creationId xmlns:p14="http://schemas.microsoft.com/office/powerpoint/2010/main" val="3499389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3B0AC9E2-C458-A318-C963-9E93E4FC0C87}"/>
              </a:ext>
            </a:extLst>
          </p:cNvPr>
          <p:cNvSpPr>
            <a:spLocks noGrp="1"/>
          </p:cNvSpPr>
          <p:nvPr>
            <p:ph type="dt" idx="10"/>
          </p:nvPr>
        </p:nvSpPr>
        <p:spPr/>
        <p:txBody>
          <a:bodyPr/>
          <a:lstStyle>
            <a:lvl1pPr>
              <a:defRPr/>
            </a:lvl1pPr>
          </a:lstStyle>
          <a:p>
            <a:pPr>
              <a:defRPr/>
            </a:pPr>
            <a:endParaRPr lang="en-US" altLang="es-MX"/>
          </a:p>
        </p:txBody>
      </p:sp>
      <p:sp>
        <p:nvSpPr>
          <p:cNvPr id="8" name="Marcador de pie de página 7">
            <a:extLst>
              <a:ext uri="{FF2B5EF4-FFF2-40B4-BE49-F238E27FC236}">
                <a16:creationId xmlns:a16="http://schemas.microsoft.com/office/drawing/2014/main" id="{9EC00039-420B-98D3-FFF2-1ABBEABE64D6}"/>
              </a:ext>
            </a:extLst>
          </p:cNvPr>
          <p:cNvSpPr>
            <a:spLocks noGrp="1"/>
          </p:cNvSpPr>
          <p:nvPr>
            <p:ph type="ftr" idx="11"/>
          </p:nvPr>
        </p:nvSpPr>
        <p:spPr/>
        <p:txBody>
          <a:bodyPr/>
          <a:lstStyle>
            <a:lvl1pPr>
              <a:defRPr/>
            </a:lvl1pPr>
          </a:lstStyle>
          <a:p>
            <a:pPr>
              <a:defRPr/>
            </a:pPr>
            <a:endParaRPr lang="en-US" altLang="es-MX"/>
          </a:p>
        </p:txBody>
      </p:sp>
      <p:sp>
        <p:nvSpPr>
          <p:cNvPr id="9" name="Marcador de número de diapositiva 8">
            <a:extLst>
              <a:ext uri="{FF2B5EF4-FFF2-40B4-BE49-F238E27FC236}">
                <a16:creationId xmlns:a16="http://schemas.microsoft.com/office/drawing/2014/main" id="{BADCF5E2-DBCE-96B5-48AC-336BCDB64371}"/>
              </a:ext>
            </a:extLst>
          </p:cNvPr>
          <p:cNvSpPr>
            <a:spLocks noGrp="1"/>
          </p:cNvSpPr>
          <p:nvPr>
            <p:ph type="sldNum" idx="12"/>
          </p:nvPr>
        </p:nvSpPr>
        <p:spPr/>
        <p:txBody>
          <a:bodyPr/>
          <a:lstStyle>
            <a:lvl1pPr>
              <a:defRPr smtClean="0"/>
            </a:lvl1pPr>
          </a:lstStyle>
          <a:p>
            <a:pPr>
              <a:defRPr/>
            </a:pPr>
            <a:fld id="{3674B373-BA66-4950-8F90-AAAF8F4BA199}" type="slidenum">
              <a:rPr lang="en-US" altLang="es-MX"/>
              <a:pPr>
                <a:defRPr/>
              </a:pPr>
              <a:t>‹Nº›</a:t>
            </a:fld>
            <a:endParaRPr lang="en-US" altLang="es-MX"/>
          </a:p>
        </p:txBody>
      </p:sp>
    </p:spTree>
    <p:extLst>
      <p:ext uri="{BB962C8B-B14F-4D97-AF65-F5344CB8AC3E}">
        <p14:creationId xmlns:p14="http://schemas.microsoft.com/office/powerpoint/2010/main" val="872332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E5AFCB9D-B797-7E16-51A5-4E02DCF52013}"/>
              </a:ext>
            </a:extLst>
          </p:cNvPr>
          <p:cNvSpPr>
            <a:spLocks noGrp="1"/>
          </p:cNvSpPr>
          <p:nvPr>
            <p:ph type="dt" idx="10"/>
          </p:nvPr>
        </p:nvSpPr>
        <p:spPr/>
        <p:txBody>
          <a:bodyPr/>
          <a:lstStyle>
            <a:lvl1pPr>
              <a:defRPr/>
            </a:lvl1pPr>
          </a:lstStyle>
          <a:p>
            <a:pPr>
              <a:defRPr/>
            </a:pPr>
            <a:endParaRPr lang="en-US" altLang="es-MX"/>
          </a:p>
        </p:txBody>
      </p:sp>
      <p:sp>
        <p:nvSpPr>
          <p:cNvPr id="4" name="Marcador de pie de página 3">
            <a:extLst>
              <a:ext uri="{FF2B5EF4-FFF2-40B4-BE49-F238E27FC236}">
                <a16:creationId xmlns:a16="http://schemas.microsoft.com/office/drawing/2014/main" id="{AEDD99D9-2E06-316F-1452-60EF2404ED00}"/>
              </a:ext>
            </a:extLst>
          </p:cNvPr>
          <p:cNvSpPr>
            <a:spLocks noGrp="1"/>
          </p:cNvSpPr>
          <p:nvPr>
            <p:ph type="ftr" idx="11"/>
          </p:nvPr>
        </p:nvSpPr>
        <p:spPr/>
        <p:txBody>
          <a:bodyPr/>
          <a:lstStyle>
            <a:lvl1pPr>
              <a:defRPr/>
            </a:lvl1pPr>
          </a:lstStyle>
          <a:p>
            <a:pPr>
              <a:defRPr/>
            </a:pPr>
            <a:endParaRPr lang="en-US" altLang="es-MX"/>
          </a:p>
        </p:txBody>
      </p:sp>
      <p:sp>
        <p:nvSpPr>
          <p:cNvPr id="5" name="Marcador de número de diapositiva 4">
            <a:extLst>
              <a:ext uri="{FF2B5EF4-FFF2-40B4-BE49-F238E27FC236}">
                <a16:creationId xmlns:a16="http://schemas.microsoft.com/office/drawing/2014/main" id="{9F9F6E4D-F81D-63DD-6468-861FAE2AD5AA}"/>
              </a:ext>
            </a:extLst>
          </p:cNvPr>
          <p:cNvSpPr>
            <a:spLocks noGrp="1"/>
          </p:cNvSpPr>
          <p:nvPr>
            <p:ph type="sldNum" idx="12"/>
          </p:nvPr>
        </p:nvSpPr>
        <p:spPr/>
        <p:txBody>
          <a:bodyPr/>
          <a:lstStyle>
            <a:lvl1pPr>
              <a:defRPr smtClean="0"/>
            </a:lvl1pPr>
          </a:lstStyle>
          <a:p>
            <a:pPr>
              <a:defRPr/>
            </a:pPr>
            <a:fld id="{258E8E93-AA1B-4A09-B634-AC3C511D1BF2}" type="slidenum">
              <a:rPr lang="en-US" altLang="es-MX"/>
              <a:pPr>
                <a:defRPr/>
              </a:pPr>
              <a:t>‹Nº›</a:t>
            </a:fld>
            <a:endParaRPr lang="en-US" altLang="es-MX"/>
          </a:p>
        </p:txBody>
      </p:sp>
    </p:spTree>
    <p:extLst>
      <p:ext uri="{BB962C8B-B14F-4D97-AF65-F5344CB8AC3E}">
        <p14:creationId xmlns:p14="http://schemas.microsoft.com/office/powerpoint/2010/main" val="15943205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AB6361D-7C1D-6BB4-4DEC-B61E616AF602}"/>
              </a:ext>
            </a:extLst>
          </p:cNvPr>
          <p:cNvSpPr>
            <a:spLocks noGrp="1"/>
          </p:cNvSpPr>
          <p:nvPr>
            <p:ph type="dt" idx="10"/>
          </p:nvPr>
        </p:nvSpPr>
        <p:spPr/>
        <p:txBody>
          <a:bodyPr/>
          <a:lstStyle>
            <a:lvl1pPr>
              <a:defRPr/>
            </a:lvl1pPr>
          </a:lstStyle>
          <a:p>
            <a:pPr>
              <a:defRPr/>
            </a:pPr>
            <a:endParaRPr lang="en-US" altLang="es-MX"/>
          </a:p>
        </p:txBody>
      </p:sp>
      <p:sp>
        <p:nvSpPr>
          <p:cNvPr id="3" name="Marcador de pie de página 2">
            <a:extLst>
              <a:ext uri="{FF2B5EF4-FFF2-40B4-BE49-F238E27FC236}">
                <a16:creationId xmlns:a16="http://schemas.microsoft.com/office/drawing/2014/main" id="{62B95C56-C7BA-D3EF-6E51-6050BB7AF316}"/>
              </a:ext>
            </a:extLst>
          </p:cNvPr>
          <p:cNvSpPr>
            <a:spLocks noGrp="1"/>
          </p:cNvSpPr>
          <p:nvPr>
            <p:ph type="ftr" idx="11"/>
          </p:nvPr>
        </p:nvSpPr>
        <p:spPr/>
        <p:txBody>
          <a:bodyPr/>
          <a:lstStyle>
            <a:lvl1pPr>
              <a:defRPr/>
            </a:lvl1pPr>
          </a:lstStyle>
          <a:p>
            <a:pPr>
              <a:defRPr/>
            </a:pPr>
            <a:endParaRPr lang="en-US" altLang="es-MX"/>
          </a:p>
        </p:txBody>
      </p:sp>
      <p:sp>
        <p:nvSpPr>
          <p:cNvPr id="4" name="Marcador de número de diapositiva 3">
            <a:extLst>
              <a:ext uri="{FF2B5EF4-FFF2-40B4-BE49-F238E27FC236}">
                <a16:creationId xmlns:a16="http://schemas.microsoft.com/office/drawing/2014/main" id="{148BA3F5-7D60-EC56-C5D2-75CA5CC061E1}"/>
              </a:ext>
            </a:extLst>
          </p:cNvPr>
          <p:cNvSpPr>
            <a:spLocks noGrp="1"/>
          </p:cNvSpPr>
          <p:nvPr>
            <p:ph type="sldNum" idx="12"/>
          </p:nvPr>
        </p:nvSpPr>
        <p:spPr/>
        <p:txBody>
          <a:bodyPr/>
          <a:lstStyle>
            <a:lvl1pPr>
              <a:defRPr smtClean="0"/>
            </a:lvl1pPr>
          </a:lstStyle>
          <a:p>
            <a:pPr>
              <a:defRPr/>
            </a:pPr>
            <a:fld id="{2A967B72-AA96-475E-B598-332714DA057A}" type="slidenum">
              <a:rPr lang="en-US" altLang="es-MX"/>
              <a:pPr>
                <a:defRPr/>
              </a:pPr>
              <a:t>‹Nº›</a:t>
            </a:fld>
            <a:endParaRPr lang="en-US" altLang="es-MX"/>
          </a:p>
        </p:txBody>
      </p:sp>
    </p:spTree>
    <p:extLst>
      <p:ext uri="{BB962C8B-B14F-4D97-AF65-F5344CB8AC3E}">
        <p14:creationId xmlns:p14="http://schemas.microsoft.com/office/powerpoint/2010/main" val="20332146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9BDC69-6F45-5EB0-064F-95161166BC43}"/>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B17DB257-84FD-AFEC-190C-F65AEFAB7EC4}"/>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DD5DE879-4211-9FD0-5947-AB8F41EF422D}"/>
              </a:ext>
            </a:extLst>
          </p:cNvPr>
          <p:cNvSpPr>
            <a:spLocks noGrp="1"/>
          </p:cNvSpPr>
          <p:nvPr>
            <p:ph type="sldNum" idx="12"/>
          </p:nvPr>
        </p:nvSpPr>
        <p:spPr/>
        <p:txBody>
          <a:bodyPr/>
          <a:lstStyle>
            <a:lvl1pPr>
              <a:defRPr smtClean="0"/>
            </a:lvl1pPr>
          </a:lstStyle>
          <a:p>
            <a:pPr>
              <a:defRPr/>
            </a:pPr>
            <a:fld id="{AA67019D-0A1E-495C-9CF5-E1D74086C091}" type="slidenum">
              <a:rPr lang="en-US" altLang="es-MX"/>
              <a:pPr>
                <a:defRPr/>
              </a:pPr>
              <a:t>‹Nº›</a:t>
            </a:fld>
            <a:endParaRPr lang="en-US" altLang="es-MX"/>
          </a:p>
        </p:txBody>
      </p:sp>
    </p:spTree>
    <p:extLst>
      <p:ext uri="{BB962C8B-B14F-4D97-AF65-F5344CB8AC3E}">
        <p14:creationId xmlns:p14="http://schemas.microsoft.com/office/powerpoint/2010/main" val="27721541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B978CB-4B6D-F1EE-5AC4-09C609121A7C}"/>
              </a:ext>
            </a:extLst>
          </p:cNvPr>
          <p:cNvSpPr>
            <a:spLocks noGrp="1"/>
          </p:cNvSpPr>
          <p:nvPr>
            <p:ph type="dt" idx="10"/>
          </p:nvPr>
        </p:nvSpPr>
        <p:spPr/>
        <p:txBody>
          <a:bodyPr/>
          <a:lstStyle>
            <a:lvl1pPr>
              <a:defRPr/>
            </a:lvl1pPr>
          </a:lstStyle>
          <a:p>
            <a:pPr>
              <a:defRPr/>
            </a:pPr>
            <a:endParaRPr lang="en-US" altLang="es-MX"/>
          </a:p>
        </p:txBody>
      </p:sp>
      <p:sp>
        <p:nvSpPr>
          <p:cNvPr id="6" name="Marcador de pie de página 5">
            <a:extLst>
              <a:ext uri="{FF2B5EF4-FFF2-40B4-BE49-F238E27FC236}">
                <a16:creationId xmlns:a16="http://schemas.microsoft.com/office/drawing/2014/main" id="{97F8B02B-B5DF-AE92-5788-5E6DC788CA05}"/>
              </a:ext>
            </a:extLst>
          </p:cNvPr>
          <p:cNvSpPr>
            <a:spLocks noGrp="1"/>
          </p:cNvSpPr>
          <p:nvPr>
            <p:ph type="ftr" idx="11"/>
          </p:nvPr>
        </p:nvSpPr>
        <p:spPr/>
        <p:txBody>
          <a:bodyPr/>
          <a:lstStyle>
            <a:lvl1pPr>
              <a:defRPr/>
            </a:lvl1pPr>
          </a:lstStyle>
          <a:p>
            <a:pPr>
              <a:defRPr/>
            </a:pPr>
            <a:endParaRPr lang="en-US" altLang="es-MX"/>
          </a:p>
        </p:txBody>
      </p:sp>
      <p:sp>
        <p:nvSpPr>
          <p:cNvPr id="7" name="Marcador de número de diapositiva 6">
            <a:extLst>
              <a:ext uri="{FF2B5EF4-FFF2-40B4-BE49-F238E27FC236}">
                <a16:creationId xmlns:a16="http://schemas.microsoft.com/office/drawing/2014/main" id="{22E158B6-09A6-82B7-7CA6-019EE70A9ADA}"/>
              </a:ext>
            </a:extLst>
          </p:cNvPr>
          <p:cNvSpPr>
            <a:spLocks noGrp="1"/>
          </p:cNvSpPr>
          <p:nvPr>
            <p:ph type="sldNum" idx="12"/>
          </p:nvPr>
        </p:nvSpPr>
        <p:spPr/>
        <p:txBody>
          <a:bodyPr/>
          <a:lstStyle>
            <a:lvl1pPr>
              <a:defRPr smtClean="0"/>
            </a:lvl1pPr>
          </a:lstStyle>
          <a:p>
            <a:pPr>
              <a:defRPr/>
            </a:pPr>
            <a:fld id="{3B22136A-483E-4D79-9049-1BE825076287}" type="slidenum">
              <a:rPr lang="en-US" altLang="es-MX"/>
              <a:pPr>
                <a:defRPr/>
              </a:pPr>
              <a:t>‹Nº›</a:t>
            </a:fld>
            <a:endParaRPr lang="en-US" altLang="es-MX"/>
          </a:p>
        </p:txBody>
      </p:sp>
    </p:spTree>
    <p:extLst>
      <p:ext uri="{BB962C8B-B14F-4D97-AF65-F5344CB8AC3E}">
        <p14:creationId xmlns:p14="http://schemas.microsoft.com/office/powerpoint/2010/main" val="2727008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45B5CD9-993A-433E-10CD-880B518AFF32}"/>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B9DFB789-66DB-EBF3-AECD-4797CF04250B}"/>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073F583C-25EA-479B-E8C3-53072EE02944}"/>
              </a:ext>
            </a:extLst>
          </p:cNvPr>
          <p:cNvSpPr>
            <a:spLocks noGrp="1"/>
          </p:cNvSpPr>
          <p:nvPr>
            <p:ph type="sldNum" idx="12"/>
          </p:nvPr>
        </p:nvSpPr>
        <p:spPr/>
        <p:txBody>
          <a:bodyPr/>
          <a:lstStyle>
            <a:lvl1pPr>
              <a:defRPr smtClean="0"/>
            </a:lvl1pPr>
          </a:lstStyle>
          <a:p>
            <a:pPr>
              <a:defRPr/>
            </a:pPr>
            <a:fld id="{F77D5A87-0B8E-4A32-82C7-E5E5A13FF8B7}" type="slidenum">
              <a:rPr lang="en-US" altLang="es-MX"/>
              <a:pPr>
                <a:defRPr/>
              </a:pPr>
              <a:t>‹Nº›</a:t>
            </a:fld>
            <a:endParaRPr lang="en-US" altLang="es-MX"/>
          </a:p>
        </p:txBody>
      </p:sp>
    </p:spTree>
    <p:extLst>
      <p:ext uri="{BB962C8B-B14F-4D97-AF65-F5344CB8AC3E}">
        <p14:creationId xmlns:p14="http://schemas.microsoft.com/office/powerpoint/2010/main" val="17485263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40775" y="549275"/>
            <a:ext cx="2541588" cy="56213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1116013" y="549275"/>
            <a:ext cx="7472362" cy="56213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E1007EF-42E4-D693-F341-8E3D11331F4F}"/>
              </a:ext>
            </a:extLst>
          </p:cNvPr>
          <p:cNvSpPr>
            <a:spLocks noGrp="1"/>
          </p:cNvSpPr>
          <p:nvPr>
            <p:ph type="dt" idx="10"/>
          </p:nvPr>
        </p:nvSpPr>
        <p:spPr/>
        <p:txBody>
          <a:bodyPr/>
          <a:lstStyle>
            <a:lvl1pPr>
              <a:defRPr/>
            </a:lvl1pPr>
          </a:lstStyle>
          <a:p>
            <a:pPr>
              <a:defRPr/>
            </a:pPr>
            <a:endParaRPr lang="en-US" altLang="es-MX"/>
          </a:p>
        </p:txBody>
      </p:sp>
      <p:sp>
        <p:nvSpPr>
          <p:cNvPr id="5" name="Marcador de pie de página 4">
            <a:extLst>
              <a:ext uri="{FF2B5EF4-FFF2-40B4-BE49-F238E27FC236}">
                <a16:creationId xmlns:a16="http://schemas.microsoft.com/office/drawing/2014/main" id="{6BAADA1A-3B3C-7E46-599C-619863D23532}"/>
              </a:ext>
            </a:extLst>
          </p:cNvPr>
          <p:cNvSpPr>
            <a:spLocks noGrp="1"/>
          </p:cNvSpPr>
          <p:nvPr>
            <p:ph type="ftr" idx="11"/>
          </p:nvPr>
        </p:nvSpPr>
        <p:spPr/>
        <p:txBody>
          <a:bodyPr/>
          <a:lstStyle>
            <a:lvl1pPr>
              <a:defRPr/>
            </a:lvl1pPr>
          </a:lstStyle>
          <a:p>
            <a:pPr>
              <a:defRPr/>
            </a:pPr>
            <a:endParaRPr lang="en-US" altLang="es-MX"/>
          </a:p>
        </p:txBody>
      </p:sp>
      <p:sp>
        <p:nvSpPr>
          <p:cNvPr id="6" name="Marcador de número de diapositiva 5">
            <a:extLst>
              <a:ext uri="{FF2B5EF4-FFF2-40B4-BE49-F238E27FC236}">
                <a16:creationId xmlns:a16="http://schemas.microsoft.com/office/drawing/2014/main" id="{8D35B533-C34A-7EA2-C258-2868EBFF4F6F}"/>
              </a:ext>
            </a:extLst>
          </p:cNvPr>
          <p:cNvSpPr>
            <a:spLocks noGrp="1"/>
          </p:cNvSpPr>
          <p:nvPr>
            <p:ph type="sldNum" idx="12"/>
          </p:nvPr>
        </p:nvSpPr>
        <p:spPr/>
        <p:txBody>
          <a:bodyPr/>
          <a:lstStyle>
            <a:lvl1pPr>
              <a:defRPr smtClean="0"/>
            </a:lvl1pPr>
          </a:lstStyle>
          <a:p>
            <a:pPr>
              <a:defRPr/>
            </a:pPr>
            <a:fld id="{38230F96-5C3D-43B8-83BB-EB75BC5CD11A}" type="slidenum">
              <a:rPr lang="en-US" altLang="es-MX"/>
              <a:pPr>
                <a:defRPr/>
              </a:pPr>
              <a:t>‹Nº›</a:t>
            </a:fld>
            <a:endParaRPr lang="en-US" altLang="es-MX"/>
          </a:p>
        </p:txBody>
      </p:sp>
    </p:spTree>
    <p:extLst>
      <p:ext uri="{BB962C8B-B14F-4D97-AF65-F5344CB8AC3E}">
        <p14:creationId xmlns:p14="http://schemas.microsoft.com/office/powerpoint/2010/main" val="3438910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A2C6C41F-7E3B-3BB6-9958-595EE5295F9A}"/>
              </a:ext>
            </a:extLst>
          </p:cNvPr>
          <p:cNvSpPr>
            <a:spLocks noGrp="1" noChangeArrowheads="1"/>
          </p:cNvSpPr>
          <p:nvPr>
            <p:ph type="title"/>
          </p:nvPr>
        </p:nvSpPr>
        <p:spPr bwMode="auto">
          <a:xfrm>
            <a:off x="576263" y="1123950"/>
            <a:ext cx="11034712" cy="317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ltLang="es-MX"/>
              <a:t>Click to edit Master title style</a:t>
            </a:r>
          </a:p>
        </p:txBody>
      </p:sp>
      <p:sp>
        <p:nvSpPr>
          <p:cNvPr id="2" name="Rectangle 2">
            <a:extLst>
              <a:ext uri="{FF2B5EF4-FFF2-40B4-BE49-F238E27FC236}">
                <a16:creationId xmlns:a16="http://schemas.microsoft.com/office/drawing/2014/main" id="{0482F200-EB3E-A3A0-AD84-9A6BCEB887E4}"/>
              </a:ext>
            </a:extLst>
          </p:cNvPr>
          <p:cNvSpPr>
            <a:spLocks noGrp="1" noChangeArrowheads="1"/>
          </p:cNvSpPr>
          <p:nvPr>
            <p:ph type="dt"/>
          </p:nvPr>
        </p:nvSpPr>
        <p:spPr bwMode="auto">
          <a:xfrm>
            <a:off x="576263" y="6356350"/>
            <a:ext cx="2741612"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eaLnBrk="1"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sz="1200">
                <a:solidFill>
                  <a:srgbClr val="8B8B8B"/>
                </a:solidFill>
                <a:latin typeface="+mn-lt"/>
              </a:defRPr>
            </a:lvl1pPr>
          </a:lstStyle>
          <a:p>
            <a:pPr>
              <a:defRPr/>
            </a:pPr>
            <a:endParaRPr lang="en-US" altLang="es-MX"/>
          </a:p>
        </p:txBody>
      </p:sp>
      <p:sp>
        <p:nvSpPr>
          <p:cNvPr id="1027" name="Rectangle 3">
            <a:extLst>
              <a:ext uri="{FF2B5EF4-FFF2-40B4-BE49-F238E27FC236}">
                <a16:creationId xmlns:a16="http://schemas.microsoft.com/office/drawing/2014/main" id="{57BE916A-4BAC-9C89-AEE8-058C969BFB07}"/>
              </a:ext>
            </a:extLst>
          </p:cNvPr>
          <p:cNvSpPr>
            <a:spLocks noGrp="1" noChangeArrowheads="1"/>
          </p:cNvSpPr>
          <p:nvPr>
            <p:ph type="ftr"/>
          </p:nvPr>
        </p:nvSpPr>
        <p:spPr bwMode="auto">
          <a:xfrm>
            <a:off x="4038600" y="6356350"/>
            <a:ext cx="4113213"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algn="ctr" eaLnBrk="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Lst>
              <a:defRPr sz="1400">
                <a:solidFill>
                  <a:srgbClr val="000000"/>
                </a:solidFill>
                <a:latin typeface="Times New Roman" panose="02020603050405020304" pitchFamily="18" charset="0"/>
              </a:defRPr>
            </a:lvl1pPr>
          </a:lstStyle>
          <a:p>
            <a:pPr>
              <a:defRPr/>
            </a:pPr>
            <a:endParaRPr lang="en-US" altLang="es-MX"/>
          </a:p>
        </p:txBody>
      </p:sp>
      <p:sp>
        <p:nvSpPr>
          <p:cNvPr id="1028" name="Rectangle 4">
            <a:extLst>
              <a:ext uri="{FF2B5EF4-FFF2-40B4-BE49-F238E27FC236}">
                <a16:creationId xmlns:a16="http://schemas.microsoft.com/office/drawing/2014/main" id="{967046DA-C270-2C2F-B981-8F05BEBF64B9}"/>
              </a:ext>
            </a:extLst>
          </p:cNvPr>
          <p:cNvSpPr>
            <a:spLocks noGrp="1" noChangeArrowheads="1"/>
          </p:cNvSpPr>
          <p:nvPr>
            <p:ph type="sldNum"/>
          </p:nvPr>
        </p:nvSpPr>
        <p:spPr bwMode="auto">
          <a:xfrm>
            <a:off x="8869363" y="6356350"/>
            <a:ext cx="2741612"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algn="r" eaLnBrk="1"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sz="1200" smtClean="0">
                <a:solidFill>
                  <a:srgbClr val="8B8B8B"/>
                </a:solidFill>
                <a:latin typeface="+mn-lt"/>
              </a:defRPr>
            </a:lvl1pPr>
          </a:lstStyle>
          <a:p>
            <a:pPr>
              <a:defRPr/>
            </a:pPr>
            <a:fld id="{A655AFFC-0F67-4E36-B2B8-6D38D5256C12}" type="slidenum">
              <a:rPr lang="en-US" altLang="es-MX"/>
              <a:pPr>
                <a:defRPr/>
              </a:pPr>
              <a:t>‹Nº›</a:t>
            </a:fld>
            <a:endParaRPr lang="en-US" altLang="es-MX"/>
          </a:p>
        </p:txBody>
      </p:sp>
      <p:sp>
        <p:nvSpPr>
          <p:cNvPr id="1030" name="Rectangle 5">
            <a:extLst>
              <a:ext uri="{FF2B5EF4-FFF2-40B4-BE49-F238E27FC236}">
                <a16:creationId xmlns:a16="http://schemas.microsoft.com/office/drawing/2014/main" id="{6A854B8A-B1FC-116D-5BFC-E2503B6CA15D}"/>
              </a:ext>
            </a:extLst>
          </p:cNvPr>
          <p:cNvSpPr>
            <a:spLocks noChangeArrowheads="1"/>
          </p:cNvSpPr>
          <p:nvPr/>
        </p:nvSpPr>
        <p:spPr bwMode="auto">
          <a:xfrm rot="5400000">
            <a:off x="858044" y="346869"/>
            <a:ext cx="146050" cy="703262"/>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spcBef>
                <a:spcPts val="13"/>
              </a:spcBef>
              <a:spcAft>
                <a:spcPts val="13"/>
              </a:spcAft>
              <a:buClr>
                <a:srgbClr val="000000"/>
              </a:buClr>
              <a:buSzPct val="100000"/>
              <a:buFont typeface="Times New Roman" panose="02020603050405020304" pitchFamily="18" charset="0"/>
              <a:buNone/>
            </a:pPr>
            <a:endParaRPr lang="es-MX" altLang="es-MX"/>
          </a:p>
        </p:txBody>
      </p:sp>
      <p:sp>
        <p:nvSpPr>
          <p:cNvPr id="1031" name="Rectangle 6">
            <a:extLst>
              <a:ext uri="{FF2B5EF4-FFF2-40B4-BE49-F238E27FC236}">
                <a16:creationId xmlns:a16="http://schemas.microsoft.com/office/drawing/2014/main" id="{4FD4453B-421F-27A8-79AC-74C2D22D957E}"/>
              </a:ext>
            </a:extLst>
          </p:cNvPr>
          <p:cNvSpPr>
            <a:spLocks noChangeArrowheads="1"/>
          </p:cNvSpPr>
          <p:nvPr/>
        </p:nvSpPr>
        <p:spPr bwMode="auto">
          <a:xfrm flipV="1">
            <a:off x="577850" y="4500563"/>
            <a:ext cx="11034713" cy="17462"/>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spcBef>
                <a:spcPts val="13"/>
              </a:spcBef>
              <a:spcAft>
                <a:spcPts val="13"/>
              </a:spcAft>
              <a:buClr>
                <a:srgbClr val="000000"/>
              </a:buClr>
              <a:buSzPct val="100000"/>
              <a:buFont typeface="Times New Roman" panose="02020603050405020304" pitchFamily="18" charset="0"/>
              <a:buNone/>
            </a:pPr>
            <a:endParaRPr lang="es-MX" altLang="es-MX"/>
          </a:p>
        </p:txBody>
      </p:sp>
      <p:sp>
        <p:nvSpPr>
          <p:cNvPr id="1032" name="Rectangle 7">
            <a:extLst>
              <a:ext uri="{FF2B5EF4-FFF2-40B4-BE49-F238E27FC236}">
                <a16:creationId xmlns:a16="http://schemas.microsoft.com/office/drawing/2014/main" id="{479C5410-05FE-1327-7BEC-F5B9777808F3}"/>
              </a:ext>
            </a:extLst>
          </p:cNvPr>
          <p:cNvSpPr>
            <a:spLocks noGrp="1" noChangeArrowheads="1"/>
          </p:cNvSpPr>
          <p:nvPr>
            <p:ph type="body" idx="1"/>
          </p:nvPr>
        </p:nvSpPr>
        <p:spPr bwMode="auto">
          <a:xfrm>
            <a:off x="609600" y="1604963"/>
            <a:ext cx="10971213" cy="397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s-MX"/>
              <a:t>Click to edit the outline text format</a:t>
            </a:r>
          </a:p>
          <a:p>
            <a:pPr lvl="1"/>
            <a:r>
              <a:rPr lang="en-GB" altLang="es-MX"/>
              <a:t>Second Outline Level</a:t>
            </a:r>
          </a:p>
          <a:p>
            <a:pPr lvl="2"/>
            <a:r>
              <a:rPr lang="en-GB" altLang="es-MX"/>
              <a:t>Third Outline Level</a:t>
            </a:r>
          </a:p>
          <a:p>
            <a:pPr lvl="3"/>
            <a:r>
              <a:rPr lang="en-GB" altLang="es-MX"/>
              <a:t>Fourth Outline Level</a:t>
            </a:r>
          </a:p>
          <a:p>
            <a:pPr lvl="4"/>
            <a:r>
              <a:rPr lang="en-GB" altLang="es-MX"/>
              <a:t>Fifth Outline Level</a:t>
            </a:r>
          </a:p>
          <a:p>
            <a:pPr lvl="4"/>
            <a:r>
              <a:rPr lang="en-GB" altLang="es-MX"/>
              <a:t>Sixth Outline Level</a:t>
            </a:r>
          </a:p>
          <a:p>
            <a:pPr lvl="4"/>
            <a:r>
              <a:rPr lang="en-GB" altLang="es-MX"/>
              <a:t>Seventh Outline Level</a:t>
            </a:r>
          </a:p>
        </p:txBody>
      </p:sp>
    </p:spTree>
    <p:extLst>
      <p:ext uri="{BB962C8B-B14F-4D97-AF65-F5344CB8AC3E}">
        <p14:creationId xmlns:p14="http://schemas.microsoft.com/office/powerpoint/2010/main" val="422641497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txStyles>
    <p:titleStyle>
      <a:lvl1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2pPr>
      <a:lvl3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3pPr>
      <a:lvl4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4pPr>
      <a:lvl5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5pPr>
      <a:lvl6pPr marL="25146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6pPr>
      <a:lvl7pPr marL="29718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7pPr>
      <a:lvl8pPr marL="34290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8pPr>
      <a:lvl9pPr marL="38862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9pPr>
    </p:titleStyle>
    <p:bodyStyle>
      <a:lvl1pPr marL="342900" indent="-342900" algn="l" rtl="0" eaLnBrk="0" fontAlgn="base" hangingPunct="0">
        <a:lnSpc>
          <a:spcPct val="107000"/>
        </a:lnSpc>
        <a:spcBef>
          <a:spcPts val="1425"/>
        </a:spcBef>
        <a:spcAft>
          <a:spcPts val="13"/>
        </a:spcAft>
        <a:buClr>
          <a:srgbClr val="000000"/>
        </a:buClr>
        <a:buSzPct val="100000"/>
        <a:buFont typeface="Times New Roman" panose="02020603050405020304" pitchFamily="18" charset="0"/>
        <a:defRPr sz="2400" kern="1200">
          <a:solidFill>
            <a:srgbClr val="000000"/>
          </a:solidFill>
          <a:latin typeface="+mn-lt"/>
          <a:ea typeface="+mn-ea"/>
          <a:cs typeface="+mn-cs"/>
        </a:defRPr>
      </a:lvl1pPr>
      <a:lvl2pPr marL="742950" indent="-285750" algn="l" rtl="0" eaLnBrk="0" fontAlgn="base" hangingPunct="0">
        <a:lnSpc>
          <a:spcPct val="107000"/>
        </a:lnSpc>
        <a:spcBef>
          <a:spcPts val="1138"/>
        </a:spcBef>
        <a:spcAft>
          <a:spcPts val="13"/>
        </a:spcAft>
        <a:buClr>
          <a:srgbClr val="000000"/>
        </a:buClr>
        <a:buSzPct val="100000"/>
        <a:buFont typeface="Times New Roman" panose="02020603050405020304" pitchFamily="18" charset="0"/>
        <a:defRPr kern="1200">
          <a:solidFill>
            <a:srgbClr val="000000"/>
          </a:solidFill>
          <a:latin typeface="+mn-lt"/>
          <a:ea typeface="+mn-ea"/>
          <a:cs typeface="+mn-cs"/>
        </a:defRPr>
      </a:lvl2pPr>
      <a:lvl3pPr marL="1143000" indent="-228600" algn="l" rtl="0" eaLnBrk="0" fontAlgn="base" hangingPunct="0">
        <a:lnSpc>
          <a:spcPct val="107000"/>
        </a:lnSpc>
        <a:spcBef>
          <a:spcPts val="863"/>
        </a:spcBef>
        <a:spcAft>
          <a:spcPts val="13"/>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rtl="0" eaLnBrk="0" fontAlgn="base" hangingPunct="0">
        <a:lnSpc>
          <a:spcPct val="107000"/>
        </a:lnSpc>
        <a:spcBef>
          <a:spcPts val="575"/>
        </a:spcBef>
        <a:spcAft>
          <a:spcPts val="13"/>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rtl="0" eaLnBrk="0" fontAlgn="base" hangingPunct="0">
        <a:lnSpc>
          <a:spcPct val="107000"/>
        </a:lnSpc>
        <a:spcBef>
          <a:spcPts val="288"/>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9BD90038-8AA5-56AE-D2A1-9BC79C4F7C11}"/>
              </a:ext>
            </a:extLst>
          </p:cNvPr>
          <p:cNvSpPr>
            <a:spLocks noChangeArrowheads="1"/>
          </p:cNvSpPr>
          <p:nvPr/>
        </p:nvSpPr>
        <p:spPr bwMode="auto">
          <a:xfrm>
            <a:off x="558800" y="0"/>
            <a:ext cx="11166475" cy="2019300"/>
          </a:xfrm>
          <a:prstGeom prst="rect">
            <a:avLst/>
          </a:prstGeom>
          <a:solidFill>
            <a:srgbClr val="FFFFFF"/>
          </a:solidFill>
          <a:ln w="9360">
            <a:solidFill>
              <a:srgbClr val="E4F0EF"/>
            </a:solidFill>
            <a:miter lim="800000"/>
            <a:headEnd/>
            <a:tailEnd/>
          </a:ln>
          <a:effectLst>
            <a:outerShdw dist="37675" dir="2700000" algn="ctr" rotWithShape="0">
              <a:srgbClr val="D9D9D9">
                <a:alpha val="30037"/>
              </a:srgbClr>
            </a:outerShdw>
          </a:effectLst>
        </p:spPr>
        <p:txBody>
          <a:bodyPr wrap="none" anchor="ctr"/>
          <a:lstStyle/>
          <a:p>
            <a:pPr eaLnBrk="1">
              <a:lnSpc>
                <a:spcPct val="93000"/>
              </a:lnSpc>
              <a:spcBef>
                <a:spcPts val="13"/>
              </a:spcBef>
              <a:spcAft>
                <a:spcPts val="13"/>
              </a:spcAft>
              <a:buClr>
                <a:srgbClr val="000000"/>
              </a:buClr>
              <a:buSzPct val="100000"/>
              <a:buFont typeface="Times New Roman" panose="02020603050405020304" pitchFamily="18" charset="0"/>
              <a:buNone/>
            </a:pPr>
            <a:endParaRPr lang="es-MX" altLang="es-MX"/>
          </a:p>
        </p:txBody>
      </p:sp>
      <p:sp>
        <p:nvSpPr>
          <p:cNvPr id="2051" name="Rectangle 2">
            <a:extLst>
              <a:ext uri="{FF2B5EF4-FFF2-40B4-BE49-F238E27FC236}">
                <a16:creationId xmlns:a16="http://schemas.microsoft.com/office/drawing/2014/main" id="{EAF553B5-02CD-0DE8-2DB7-5E173E363DA1}"/>
              </a:ext>
            </a:extLst>
          </p:cNvPr>
          <p:cNvSpPr>
            <a:spLocks noChangeArrowheads="1"/>
          </p:cNvSpPr>
          <p:nvPr/>
        </p:nvSpPr>
        <p:spPr bwMode="auto">
          <a:xfrm>
            <a:off x="566738" y="0"/>
            <a:ext cx="11155362" cy="2011363"/>
          </a:xfrm>
          <a:prstGeom prst="rect">
            <a:avLst/>
          </a:prstGeom>
          <a:solidFill>
            <a:srgbClr val="FFFFFF"/>
          </a:solidFill>
          <a:ln>
            <a:noFill/>
          </a:ln>
          <a:effectLst/>
          <a:extLst>
            <a:ext uri="{91240B29-F687-4F45-9708-019B960494DF}">
              <a14:hiddenLine xmlns:a14="http://schemas.microsoft.com/office/drawing/2010/main" w="936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spcBef>
                <a:spcPts val="13"/>
              </a:spcBef>
              <a:spcAft>
                <a:spcPts val="13"/>
              </a:spcAft>
              <a:buClr>
                <a:srgbClr val="000000"/>
              </a:buClr>
              <a:buSzPct val="100000"/>
              <a:buFont typeface="Times New Roman" panose="02020603050405020304" pitchFamily="18" charset="0"/>
              <a:buNone/>
            </a:pPr>
            <a:endParaRPr lang="es-MX" altLang="es-MX"/>
          </a:p>
        </p:txBody>
      </p:sp>
      <p:sp>
        <p:nvSpPr>
          <p:cNvPr id="2052" name="Rectangle 3">
            <a:extLst>
              <a:ext uri="{FF2B5EF4-FFF2-40B4-BE49-F238E27FC236}">
                <a16:creationId xmlns:a16="http://schemas.microsoft.com/office/drawing/2014/main" id="{DA831251-7002-AC70-AD0F-EB91BF4B73ED}"/>
              </a:ext>
            </a:extLst>
          </p:cNvPr>
          <p:cNvSpPr>
            <a:spLocks noChangeArrowheads="1"/>
          </p:cNvSpPr>
          <p:nvPr/>
        </p:nvSpPr>
        <p:spPr bwMode="auto">
          <a:xfrm>
            <a:off x="498475" y="787400"/>
            <a:ext cx="128588"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spcBef>
                <a:spcPts val="13"/>
              </a:spcBef>
              <a:spcAft>
                <a:spcPts val="13"/>
              </a:spcAft>
              <a:buClr>
                <a:srgbClr val="000000"/>
              </a:buClr>
              <a:buSzPct val="100000"/>
              <a:buFont typeface="Times New Roman" panose="02020603050405020304" pitchFamily="18" charset="0"/>
              <a:buNone/>
            </a:pPr>
            <a:endParaRPr lang="es-MX" altLang="es-MX"/>
          </a:p>
        </p:txBody>
      </p:sp>
      <p:sp>
        <p:nvSpPr>
          <p:cNvPr id="2053" name="Rectangle 4">
            <a:extLst>
              <a:ext uri="{FF2B5EF4-FFF2-40B4-BE49-F238E27FC236}">
                <a16:creationId xmlns:a16="http://schemas.microsoft.com/office/drawing/2014/main" id="{B364F063-CC48-4DFA-F03C-355257ABEB19}"/>
              </a:ext>
            </a:extLst>
          </p:cNvPr>
          <p:cNvSpPr>
            <a:spLocks noGrp="1" noChangeArrowheads="1"/>
          </p:cNvSpPr>
          <p:nvPr>
            <p:ph type="title"/>
          </p:nvPr>
        </p:nvSpPr>
        <p:spPr bwMode="auto">
          <a:xfrm>
            <a:off x="1116013" y="549275"/>
            <a:ext cx="10166350"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s-MX"/>
              <a:t>Click to edit Master title style</a:t>
            </a:r>
          </a:p>
        </p:txBody>
      </p:sp>
      <p:sp>
        <p:nvSpPr>
          <p:cNvPr id="2054" name="Rectangle 5">
            <a:extLst>
              <a:ext uri="{FF2B5EF4-FFF2-40B4-BE49-F238E27FC236}">
                <a16:creationId xmlns:a16="http://schemas.microsoft.com/office/drawing/2014/main" id="{BE364A28-5CAF-03A7-DFB9-726F9023AD84}"/>
              </a:ext>
            </a:extLst>
          </p:cNvPr>
          <p:cNvSpPr>
            <a:spLocks noGrp="1" noChangeArrowheads="1"/>
          </p:cNvSpPr>
          <p:nvPr>
            <p:ph type="body" idx="1"/>
          </p:nvPr>
        </p:nvSpPr>
        <p:spPr bwMode="auto">
          <a:xfrm>
            <a:off x="1116013" y="2478088"/>
            <a:ext cx="10166350" cy="369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s-MX"/>
              <a:t>Click to edit Master text styles</a:t>
            </a:r>
          </a:p>
          <a:p>
            <a:pPr lvl="1"/>
            <a:r>
              <a:rPr lang="en-GB" altLang="es-MX"/>
              <a:t>Second level</a:t>
            </a:r>
          </a:p>
          <a:p>
            <a:pPr lvl="2"/>
            <a:r>
              <a:rPr lang="en-GB" altLang="es-MX"/>
              <a:t>Third level</a:t>
            </a:r>
          </a:p>
          <a:p>
            <a:pPr lvl="3"/>
            <a:r>
              <a:rPr lang="en-GB" altLang="es-MX"/>
              <a:t>Fourth level</a:t>
            </a:r>
          </a:p>
          <a:p>
            <a:pPr lvl="4"/>
            <a:r>
              <a:rPr lang="en-GB" altLang="es-MX"/>
              <a:t>Fifth level</a:t>
            </a:r>
          </a:p>
        </p:txBody>
      </p:sp>
      <p:sp>
        <p:nvSpPr>
          <p:cNvPr id="2" name="Rectangle 6">
            <a:extLst>
              <a:ext uri="{FF2B5EF4-FFF2-40B4-BE49-F238E27FC236}">
                <a16:creationId xmlns:a16="http://schemas.microsoft.com/office/drawing/2014/main" id="{CF8F3D48-D0AA-0762-EEF4-A4C7CE979A8A}"/>
              </a:ext>
            </a:extLst>
          </p:cNvPr>
          <p:cNvSpPr>
            <a:spLocks noGrp="1" noChangeArrowheads="1"/>
          </p:cNvSpPr>
          <p:nvPr>
            <p:ph type="dt"/>
          </p:nvPr>
        </p:nvSpPr>
        <p:spPr bwMode="auto">
          <a:xfrm>
            <a:off x="1116013" y="6356350"/>
            <a:ext cx="2741612"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eaLnBrk="1"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sz="1200">
                <a:solidFill>
                  <a:srgbClr val="8B8B8B"/>
                </a:solidFill>
                <a:latin typeface="+mn-lt"/>
              </a:defRPr>
            </a:lvl1pPr>
          </a:lstStyle>
          <a:p>
            <a:pPr>
              <a:defRPr/>
            </a:pPr>
            <a:endParaRPr lang="en-US" altLang="es-MX"/>
          </a:p>
        </p:txBody>
      </p:sp>
      <p:sp>
        <p:nvSpPr>
          <p:cNvPr id="2055" name="Rectangle 7">
            <a:extLst>
              <a:ext uri="{FF2B5EF4-FFF2-40B4-BE49-F238E27FC236}">
                <a16:creationId xmlns:a16="http://schemas.microsoft.com/office/drawing/2014/main" id="{9CE85D5C-B0C2-7A07-5261-B8DE388E8943}"/>
              </a:ext>
            </a:extLst>
          </p:cNvPr>
          <p:cNvSpPr>
            <a:spLocks noGrp="1" noChangeArrowheads="1"/>
          </p:cNvSpPr>
          <p:nvPr>
            <p:ph type="ftr"/>
          </p:nvPr>
        </p:nvSpPr>
        <p:spPr bwMode="auto">
          <a:xfrm>
            <a:off x="4038600" y="6356350"/>
            <a:ext cx="4113213"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algn="ctr" eaLnBrk="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Lst>
              <a:defRPr sz="1400">
                <a:solidFill>
                  <a:srgbClr val="000000"/>
                </a:solidFill>
                <a:latin typeface="Times New Roman" panose="02020603050405020304" pitchFamily="18" charset="0"/>
              </a:defRPr>
            </a:lvl1pPr>
          </a:lstStyle>
          <a:p>
            <a:pPr>
              <a:defRPr/>
            </a:pPr>
            <a:endParaRPr lang="en-US" altLang="es-MX"/>
          </a:p>
        </p:txBody>
      </p:sp>
      <p:sp>
        <p:nvSpPr>
          <p:cNvPr id="2056" name="Rectangle 8">
            <a:extLst>
              <a:ext uri="{FF2B5EF4-FFF2-40B4-BE49-F238E27FC236}">
                <a16:creationId xmlns:a16="http://schemas.microsoft.com/office/drawing/2014/main" id="{4553351A-BF04-5277-D39B-5177BFBA3C70}"/>
              </a:ext>
            </a:extLst>
          </p:cNvPr>
          <p:cNvSpPr>
            <a:spLocks noGrp="1" noChangeArrowheads="1"/>
          </p:cNvSpPr>
          <p:nvPr>
            <p:ph type="sldNum"/>
          </p:nvPr>
        </p:nvSpPr>
        <p:spPr bwMode="auto">
          <a:xfrm>
            <a:off x="8540750" y="6356350"/>
            <a:ext cx="2741613" cy="363538"/>
          </a:xfrm>
          <a:prstGeom prst="rect">
            <a:avLst/>
          </a:prstGeom>
          <a:noFill/>
          <a:ln>
            <a:noFill/>
          </a:ln>
          <a:effectLst/>
        </p:spPr>
        <p:txBody>
          <a:bodyPr vert="horz" wrap="square" lIns="91440" tIns="45720" rIns="91440" bIns="45720" numCol="1" anchor="ctr" anchorCtr="0" compatLnSpc="1">
            <a:prstTxWarp prst="textNoShape">
              <a:avLst/>
            </a:prstTxWarp>
          </a:bodyPr>
          <a:lstStyle>
            <a:lvl1pPr algn="r" eaLnBrk="1"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sz="1200" smtClean="0">
                <a:solidFill>
                  <a:srgbClr val="8B8B8B"/>
                </a:solidFill>
                <a:latin typeface="+mn-lt"/>
              </a:defRPr>
            </a:lvl1pPr>
          </a:lstStyle>
          <a:p>
            <a:pPr>
              <a:defRPr/>
            </a:pPr>
            <a:fld id="{F4DF0C0D-5AC5-47A3-AADF-16ED849D4098}" type="slidenum">
              <a:rPr lang="en-US" altLang="es-MX"/>
              <a:pPr>
                <a:defRPr/>
              </a:pPr>
              <a:t>‹Nº›</a:t>
            </a:fld>
            <a:endParaRPr lang="en-US" altLang="es-MX"/>
          </a:p>
        </p:txBody>
      </p:sp>
    </p:spTree>
    <p:extLst>
      <p:ext uri="{BB962C8B-B14F-4D97-AF65-F5344CB8AC3E}">
        <p14:creationId xmlns:p14="http://schemas.microsoft.com/office/powerpoint/2010/main" val="152671397"/>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2pPr>
      <a:lvl3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3pPr>
      <a:lvl4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4pPr>
      <a:lvl5pPr algn="l" rtl="0" eaLnBrk="0" fontAlgn="base" hangingPunct="0">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5pPr>
      <a:lvl6pPr marL="25146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6pPr>
      <a:lvl7pPr marL="29718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7pPr>
      <a:lvl8pPr marL="34290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8pPr>
      <a:lvl9pPr marL="3886200" indent="-228600" algn="l" rtl="0" fontAlgn="base">
        <a:lnSpc>
          <a:spcPct val="98000"/>
        </a:lnSpc>
        <a:spcBef>
          <a:spcPts val="13"/>
        </a:spcBef>
        <a:spcAft>
          <a:spcPts val="13"/>
        </a:spcAft>
        <a:buClr>
          <a:srgbClr val="000000"/>
        </a:buClr>
        <a:buSzPct val="100000"/>
        <a:buFont typeface="Times New Roman" panose="02020603050405020304" pitchFamily="18" charset="0"/>
        <a:defRPr>
          <a:solidFill>
            <a:srgbClr val="000000"/>
          </a:solidFill>
          <a:latin typeface="Neue Haas Grotesk Text Pro" panose="020B0504020202020204" pitchFamily="34" charset="0"/>
          <a:cs typeface="DejaVu Sans" charset="0"/>
        </a:defRPr>
      </a:lvl9pPr>
    </p:titleStyle>
    <p:bodyStyle>
      <a:lvl1pPr marL="342900" indent="-342900" algn="l" rtl="0" eaLnBrk="0" fontAlgn="base" hangingPunct="0">
        <a:lnSpc>
          <a:spcPct val="107000"/>
        </a:lnSpc>
        <a:spcBef>
          <a:spcPts val="1425"/>
        </a:spcBef>
        <a:spcAft>
          <a:spcPts val="13"/>
        </a:spcAft>
        <a:buClr>
          <a:srgbClr val="000000"/>
        </a:buClr>
        <a:buSzPct val="100000"/>
        <a:buFont typeface="Times New Roman" panose="02020603050405020304" pitchFamily="18" charset="0"/>
        <a:defRPr sz="2400" kern="1200">
          <a:solidFill>
            <a:srgbClr val="000000"/>
          </a:solidFill>
          <a:latin typeface="+mn-lt"/>
          <a:ea typeface="+mn-ea"/>
          <a:cs typeface="+mn-cs"/>
        </a:defRPr>
      </a:lvl1pPr>
      <a:lvl2pPr marL="742950" indent="-285750" algn="l" rtl="0" eaLnBrk="0" fontAlgn="base" hangingPunct="0">
        <a:lnSpc>
          <a:spcPct val="107000"/>
        </a:lnSpc>
        <a:spcBef>
          <a:spcPts val="1138"/>
        </a:spcBef>
        <a:spcAft>
          <a:spcPts val="13"/>
        </a:spcAft>
        <a:buClr>
          <a:srgbClr val="000000"/>
        </a:buClr>
        <a:buSzPct val="100000"/>
        <a:buFont typeface="Times New Roman" panose="02020603050405020304" pitchFamily="18" charset="0"/>
        <a:defRPr kern="1200">
          <a:solidFill>
            <a:srgbClr val="000000"/>
          </a:solidFill>
          <a:latin typeface="+mn-lt"/>
          <a:ea typeface="+mn-ea"/>
          <a:cs typeface="+mn-cs"/>
        </a:defRPr>
      </a:lvl2pPr>
      <a:lvl3pPr marL="1143000" indent="-228600" algn="l" rtl="0" eaLnBrk="0" fontAlgn="base" hangingPunct="0">
        <a:lnSpc>
          <a:spcPct val="107000"/>
        </a:lnSpc>
        <a:spcBef>
          <a:spcPts val="863"/>
        </a:spcBef>
        <a:spcAft>
          <a:spcPts val="13"/>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rtl="0" eaLnBrk="0" fontAlgn="base" hangingPunct="0">
        <a:lnSpc>
          <a:spcPct val="107000"/>
        </a:lnSpc>
        <a:spcBef>
          <a:spcPts val="575"/>
        </a:spcBef>
        <a:spcAft>
          <a:spcPts val="13"/>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rtl="0" eaLnBrk="0" fontAlgn="base" hangingPunct="0">
        <a:lnSpc>
          <a:spcPct val="107000"/>
        </a:lnSpc>
        <a:spcBef>
          <a:spcPts val="288"/>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5.xml"/><Relationship Id="rId1" Type="http://schemas.openxmlformats.org/officeDocument/2006/relationships/slideLayout" Target="../slideLayouts/slideLayout1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a:extLst>
              <a:ext uri="{FF2B5EF4-FFF2-40B4-BE49-F238E27FC236}">
                <a16:creationId xmlns:a16="http://schemas.microsoft.com/office/drawing/2014/main" id="{2A48FDE8-29B7-87A1-4324-A877CABD002A}"/>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27651" name="Picture 2">
            <a:extLst>
              <a:ext uri="{FF2B5EF4-FFF2-40B4-BE49-F238E27FC236}">
                <a16:creationId xmlns:a16="http://schemas.microsoft.com/office/drawing/2014/main" id="{FC0707F5-08CC-9AFF-A55F-751495000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215" r="22585"/>
          <a:stretch>
            <a:fillRect/>
          </a:stretch>
        </p:blipFill>
        <p:spPr bwMode="auto">
          <a:xfrm>
            <a:off x="3522663" y="0"/>
            <a:ext cx="8667750" cy="6858000"/>
          </a:xfrm>
          <a:prstGeom prst="rect">
            <a:avLst/>
          </a:prstGeom>
          <a:noFill/>
          <a:ln>
            <a:noFill/>
          </a:ln>
          <a:effectLst/>
          <a:extLst>
            <a:ext uri="{909E8E84-426E-40DD-AFC4-6F175D3DCCD1}">
              <a14:hiddenFill xmlns:a14="http://schemas.microsoft.com/office/drawing/2010/main">
                <a:blipFill dpi="0" rotWithShape="0">
                  <a:blip/>
                  <a:srcRect l="14215" r="22585"/>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2" name="Rectangle 3">
            <a:extLst>
              <a:ext uri="{FF2B5EF4-FFF2-40B4-BE49-F238E27FC236}">
                <a16:creationId xmlns:a16="http://schemas.microsoft.com/office/drawing/2014/main" id="{B79C9C83-2C6D-9789-1E5D-51B58B844C70}"/>
              </a:ext>
            </a:extLst>
          </p:cNvPr>
          <p:cNvSpPr>
            <a:spLocks noChangeArrowheads="1"/>
          </p:cNvSpPr>
          <p:nvPr/>
        </p:nvSpPr>
        <p:spPr bwMode="auto">
          <a:xfrm>
            <a:off x="0" y="0"/>
            <a:ext cx="9756775" cy="6858000"/>
          </a:xfrm>
          <a:prstGeom prst="rect">
            <a:avLst/>
          </a:prstGeom>
          <a:gradFill rotWithShape="0">
            <a:gsLst>
              <a:gs pos="0">
                <a:srgbClr val="FFFFFF">
                  <a:alpha val="0"/>
                </a:srgbClr>
              </a:gs>
              <a:gs pos="100000">
                <a:srgbClr val="FFFFFF"/>
              </a:gs>
            </a:gsLst>
            <a:lin ang="10800000" scaled="1"/>
          </a:gra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27653" name="Rectangle 4">
            <a:extLst>
              <a:ext uri="{FF2B5EF4-FFF2-40B4-BE49-F238E27FC236}">
                <a16:creationId xmlns:a16="http://schemas.microsoft.com/office/drawing/2014/main" id="{E33D79D4-799B-5322-7B5E-5F67F348FBF0}"/>
              </a:ext>
            </a:extLst>
          </p:cNvPr>
          <p:cNvSpPr>
            <a:spLocks noGrp="1" noChangeArrowheads="1"/>
          </p:cNvSpPr>
          <p:nvPr>
            <p:ph type="title" idx="4294967295"/>
          </p:nvPr>
        </p:nvSpPr>
        <p:spPr>
          <a:xfrm>
            <a:off x="477838" y="1122363"/>
            <a:ext cx="4022725" cy="3203575"/>
          </a:xfrm>
        </p:spPr>
        <p:txBody>
          <a:bodyPr/>
          <a:lstStyle/>
          <a:p>
            <a:pPr eaLnBrk="1" hangingPunct="1">
              <a:lnSpc>
                <a:spcPct val="90000"/>
              </a:lnSpc>
              <a:tabLst>
                <a:tab pos="914400" algn="l"/>
                <a:tab pos="1828800" algn="l"/>
                <a:tab pos="2743200" algn="l"/>
                <a:tab pos="3657600" algn="l"/>
              </a:tabLst>
            </a:pPr>
            <a:r>
              <a:rPr lang="es-MX" altLang="es-MX" sz="4800" b="1" dirty="0"/>
              <a:t>Box-Jenkins y modelado ARIMA</a:t>
            </a:r>
          </a:p>
        </p:txBody>
      </p:sp>
      <p:sp>
        <p:nvSpPr>
          <p:cNvPr id="27654" name="Rectangle 5">
            <a:extLst>
              <a:ext uri="{FF2B5EF4-FFF2-40B4-BE49-F238E27FC236}">
                <a16:creationId xmlns:a16="http://schemas.microsoft.com/office/drawing/2014/main" id="{B59B7AA7-DAE9-196C-99D6-CDEDFF0021AD}"/>
              </a:ext>
            </a:extLst>
          </p:cNvPr>
          <p:cNvSpPr>
            <a:spLocks noGrp="1" noChangeArrowheads="1"/>
          </p:cNvSpPr>
          <p:nvPr>
            <p:ph type="subTitle" idx="4294967295"/>
          </p:nvPr>
        </p:nvSpPr>
        <p:spPr>
          <a:xfrm>
            <a:off x="477838" y="4873625"/>
            <a:ext cx="4022725" cy="1208088"/>
          </a:xfrm>
        </p:spPr>
        <p:txBody>
          <a:bodyPr lIns="91440" tIns="45720" rIns="91440" bIns="45720"/>
          <a:lstStyle/>
          <a:p>
            <a:pPr marL="0" indent="0" eaLnBrk="1" hangingPunct="1">
              <a:lnSpc>
                <a:spcPct val="110000"/>
              </a:lnSpc>
              <a:spcBef>
                <a:spcPts val="1013"/>
              </a:spcBef>
              <a:tabLst>
                <a:tab pos="0" algn="l"/>
                <a:tab pos="914400" algn="l"/>
                <a:tab pos="1828800" algn="l"/>
                <a:tab pos="2743200" algn="l"/>
                <a:tab pos="3657600" algn="l"/>
              </a:tabLst>
            </a:pPr>
            <a:r>
              <a:rPr lang="es-MX" altLang="es-MX" sz="2000"/>
              <a:t>TEORÍA Y SU CONCEPCIÓN INTUITIVA </a:t>
            </a:r>
          </a:p>
        </p:txBody>
      </p:sp>
      <p:sp>
        <p:nvSpPr>
          <p:cNvPr id="27655" name="Rectangle 6">
            <a:extLst>
              <a:ext uri="{FF2B5EF4-FFF2-40B4-BE49-F238E27FC236}">
                <a16:creationId xmlns:a16="http://schemas.microsoft.com/office/drawing/2014/main" id="{EE4E2707-18B8-E755-E387-025826BFD03D}"/>
              </a:ext>
            </a:extLst>
          </p:cNvPr>
          <p:cNvSpPr>
            <a:spLocks noChangeArrowheads="1"/>
          </p:cNvSpPr>
          <p:nvPr/>
        </p:nvSpPr>
        <p:spPr bwMode="auto">
          <a:xfrm rot="5400000">
            <a:off x="761207" y="346868"/>
            <a:ext cx="146050"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27656" name="Rectangle 7">
            <a:extLst>
              <a:ext uri="{FF2B5EF4-FFF2-40B4-BE49-F238E27FC236}">
                <a16:creationId xmlns:a16="http://schemas.microsoft.com/office/drawing/2014/main" id="{A1A4BA57-83C4-64DE-9AB4-D93577AA37D8}"/>
              </a:ext>
            </a:extLst>
          </p:cNvPr>
          <p:cNvSpPr>
            <a:spLocks noChangeArrowheads="1"/>
          </p:cNvSpPr>
          <p:nvPr/>
        </p:nvSpPr>
        <p:spPr bwMode="auto">
          <a:xfrm>
            <a:off x="481013" y="4546600"/>
            <a:ext cx="3976687" cy="17463"/>
          </a:xfrm>
          <a:prstGeom prst="rect">
            <a:avLst/>
          </a:prstGeom>
          <a:solidFill>
            <a:srgbClr val="BCDAD6"/>
          </a:solidFill>
          <a:ln w="3240">
            <a:solidFill>
              <a:srgbClr val="BCDAD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4B087DFA-BA93-1D5A-75D4-41A8C6C02FED}"/>
              </a:ext>
            </a:extLst>
          </p:cNvPr>
          <p:cNvSpPr txBox="1">
            <a:spLocks noChangeArrowheads="1"/>
          </p:cNvSpPr>
          <p:nvPr/>
        </p:nvSpPr>
        <p:spPr bwMode="auto">
          <a:xfrm>
            <a:off x="585788" y="1484313"/>
            <a:ext cx="11020425" cy="223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9pPr>
          </a:lstStyle>
          <a:p>
            <a:pPr marL="0" marR="0" lvl="0" indent="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20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Anteriormente; se habia visto como detector la estacionalidad de un serie de tiempo </a:t>
            </a:r>
            <a:r>
              <a:rPr kumimoji="0" lang="en-US" altLang="es-MX" sz="20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(tanto en tendencia como en variacion) </a:t>
            </a:r>
            <a:r>
              <a:rPr kumimoji="0" lang="en-US" altLang="es-MX" sz="20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por medio de graficar las funcione de autocorrelacion y como corregirlas en su situaciones. </a:t>
            </a:r>
            <a:endParaRPr kumimoji="0" lang="en-US" altLang="es-MX" sz="20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0" marR="0" lvl="0" indent="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20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Esta vez, vamos a conocer este metodologia que es la mas usada en estas situacion a la hora de establecer un modelo predictive y con ello ver el comportamiento de la serie</a:t>
            </a:r>
            <a:endParaRPr kumimoji="0" lang="es-MX" altLang="es-MX" sz="20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pic>
        <p:nvPicPr>
          <p:cNvPr id="29699" name="Picture 2" descr="Jenkins Logo, symbol, meaning, history, PNG, brand">
            <a:extLst>
              <a:ext uri="{FF2B5EF4-FFF2-40B4-BE49-F238E27FC236}">
                <a16:creationId xmlns:a16="http://schemas.microsoft.com/office/drawing/2014/main" id="{9DA1C566-B7F3-E11C-B773-85FB28FCF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825" y="3716338"/>
            <a:ext cx="508635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1">
            <a:extLst>
              <a:ext uri="{FF2B5EF4-FFF2-40B4-BE49-F238E27FC236}">
                <a16:creationId xmlns:a16="http://schemas.microsoft.com/office/drawing/2014/main" id="{1B3AAF88-660E-B0F3-9AF2-811B3DBB8949}"/>
              </a:ext>
            </a:extLst>
          </p:cNvPr>
          <p:cNvSpPr>
            <a:spLocks noGrp="1" noChangeArrowheads="1"/>
          </p:cNvSpPr>
          <p:nvPr>
            <p:ph type="title"/>
          </p:nvPr>
        </p:nvSpPr>
        <p:spPr>
          <a:xfrm>
            <a:off x="1011238" y="279400"/>
            <a:ext cx="10167937" cy="812800"/>
          </a:xfrm>
        </p:spPr>
        <p:txBody>
          <a:bodyPr/>
          <a:lstStyle/>
          <a:p>
            <a:pPr algn="ct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Metodología Box-Jenkins: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0A78FD0C-B156-E2F6-8E81-3674D8DAC42C}"/>
              </a:ext>
            </a:extLst>
          </p:cNvPr>
          <p:cNvSpPr>
            <a:spLocks noGrp="1" noChangeArrowheads="1"/>
          </p:cNvSpPr>
          <p:nvPr>
            <p:ph type="title"/>
          </p:nvPr>
        </p:nvSpPr>
        <p:spPr>
          <a:xfrm>
            <a:off x="695325" y="260350"/>
            <a:ext cx="2603500" cy="1179513"/>
          </a:xfrm>
        </p:spPr>
        <p:txBody>
          <a:bodyPr/>
          <a:lstStyle/>
          <a:p>
            <a:pPr algn="ct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Diagrama de flujo</a:t>
            </a:r>
          </a:p>
        </p:txBody>
      </p:sp>
      <p:pic>
        <p:nvPicPr>
          <p:cNvPr id="30723" name="Picture 3">
            <a:extLst>
              <a:ext uri="{FF2B5EF4-FFF2-40B4-BE49-F238E27FC236}">
                <a16:creationId xmlns:a16="http://schemas.microsoft.com/office/drawing/2014/main" id="{6A35128F-4A43-1136-F1F8-BA4F12AFC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9675" y="260350"/>
            <a:ext cx="7747000" cy="61706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4" name="CuadroTexto 2">
            <a:extLst>
              <a:ext uri="{FF2B5EF4-FFF2-40B4-BE49-F238E27FC236}">
                <a16:creationId xmlns:a16="http://schemas.microsoft.com/office/drawing/2014/main" id="{8C4C68DA-0C2A-D3F3-0CE1-B102EABB1A3C}"/>
              </a:ext>
            </a:extLst>
          </p:cNvPr>
          <p:cNvSpPr txBox="1">
            <a:spLocks noChangeArrowheads="1"/>
          </p:cNvSpPr>
          <p:nvPr/>
        </p:nvSpPr>
        <p:spPr bwMode="auto">
          <a:xfrm>
            <a:off x="287338" y="2913063"/>
            <a:ext cx="323691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r>
              <a:rPr kumimoji="0" lang="en-US" altLang="es-MX" sz="1800" b="0" i="0" u="none" strike="noStrike" kern="1200" cap="none" spc="0" normalizeH="0" baseline="0" noProof="0">
                <a:ln>
                  <a:noFill/>
                </a:ln>
                <a:solidFill>
                  <a:srgbClr val="000000"/>
                </a:solidFill>
                <a:effectLst/>
                <a:uLnTx/>
                <a:uFillTx/>
                <a:latin typeface="Arial" panose="020B0604020202020204" pitchFamily="34" charset="0"/>
                <a:ea typeface="+mn-ea"/>
              </a:rPr>
              <a:t>Parece algo simple; pero en la practica es mas de mana que de fuerza o de saber.</a:t>
            </a: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a:extLst>
              <a:ext uri="{FF2B5EF4-FFF2-40B4-BE49-F238E27FC236}">
                <a16:creationId xmlns:a16="http://schemas.microsoft.com/office/drawing/2014/main" id="{C86055CA-E567-1CCE-5177-B342CA611D1A}"/>
              </a:ext>
            </a:extLst>
          </p:cNvPr>
          <p:cNvSpPr>
            <a:spLocks noGrp="1" noChangeArrowheads="1"/>
          </p:cNvSpPr>
          <p:nvPr>
            <p:ph type="title"/>
          </p:nvPr>
        </p:nvSpPr>
        <p:spPr>
          <a:xfrm>
            <a:off x="793126" y="33882"/>
            <a:ext cx="4548187" cy="1179512"/>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s-MX" sz="3600" b="1" dirty="0" err="1"/>
              <a:t>Pseudoalgoritmo</a:t>
            </a:r>
            <a:r>
              <a:rPr lang="en-US" altLang="es-MX" sz="3600" b="1" dirty="0"/>
              <a:t>.</a:t>
            </a:r>
            <a:endParaRPr lang="es-MX" altLang="es-MX" sz="3600" b="1" dirty="0"/>
          </a:p>
        </p:txBody>
      </p:sp>
      <p:sp>
        <p:nvSpPr>
          <p:cNvPr id="5122" name="Text Box 2">
            <a:extLst>
              <a:ext uri="{FF2B5EF4-FFF2-40B4-BE49-F238E27FC236}">
                <a16:creationId xmlns:a16="http://schemas.microsoft.com/office/drawing/2014/main" id="{18024049-220F-8085-4CEB-9AE3F1216515}"/>
              </a:ext>
            </a:extLst>
          </p:cNvPr>
          <p:cNvSpPr txBox="1">
            <a:spLocks noChangeArrowheads="1"/>
          </p:cNvSpPr>
          <p:nvPr/>
        </p:nvSpPr>
        <p:spPr bwMode="auto">
          <a:xfrm>
            <a:off x="657548" y="909315"/>
            <a:ext cx="11020425" cy="2879725"/>
          </a:xfrm>
          <a:prstGeom prst="rect">
            <a:avLst/>
          </a:prstGeom>
          <a:noFill/>
          <a:ln>
            <a:noFill/>
          </a:ln>
          <a:effec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342900" marR="0" lvl="0" indent="-3429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Recogida de datos de la serie</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Disponer de 50 o más periodos, y en el caso de series mensuales, es habitual trabajar con entre 6 y 10 años completos de información. El mismo criterio se sigue para series con diferentes períodos estacionales.</a:t>
            </a:r>
          </a:p>
          <a:p>
            <a:pPr marL="342900" marR="0" lvl="0" indent="-3429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L="342900" marR="0" lvl="0" indent="-3429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Representación gráfica de la serie</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Para decidir sobre la estacionariedad de la serie. A veces suelen utilizarse medias y desviaciones típicas por subperíodo para juzgar sobre la estacionariedad de la serie. Por ello es necesario calcular todo tipo de estadísticos relativos a la serie y necesarios en el proceso de identificación.</a:t>
            </a:r>
          </a:p>
          <a:p>
            <a:pPr marL="0" marR="0" lvl="0" indent="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16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p:txBody>
      </p:sp>
      <p:sp>
        <p:nvSpPr>
          <p:cNvPr id="32772" name="Text Box 2">
            <a:extLst>
              <a:ext uri="{FF2B5EF4-FFF2-40B4-BE49-F238E27FC236}">
                <a16:creationId xmlns:a16="http://schemas.microsoft.com/office/drawing/2014/main" id="{C1B26022-ADDB-5167-F902-A0C0F58F920E}"/>
              </a:ext>
            </a:extLst>
          </p:cNvPr>
          <p:cNvSpPr txBox="1">
            <a:spLocks noChangeArrowheads="1"/>
          </p:cNvSpPr>
          <p:nvPr/>
        </p:nvSpPr>
        <p:spPr bwMode="auto">
          <a:xfrm>
            <a:off x="983432" y="3789040"/>
            <a:ext cx="10752137" cy="1087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0" marR="0" lvl="0" indent="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2.1. </a:t>
            </a:r>
            <a:r>
              <a:rPr kumimoji="0" lang="es-MX" altLang="es-MX" sz="1800" b="1" i="1"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Transformación previa de la serie (posiblemente necesaria)</a:t>
            </a:r>
            <a:r>
              <a:rPr kumimoji="0" lang="es-MX" altLang="es-MX" sz="1800" b="1" i="0"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También dentro del proceso de identificación,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la transformación</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(diferencias, potencia, recíproca) o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logarítmica</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es necesaria en caso de serie no estacionaria en varianza.</a:t>
            </a:r>
          </a:p>
        </p:txBody>
      </p:sp>
      <p:sp>
        <p:nvSpPr>
          <p:cNvPr id="3" name="CuadroTexto 2">
            <a:extLst>
              <a:ext uri="{FF2B5EF4-FFF2-40B4-BE49-F238E27FC236}">
                <a16:creationId xmlns:a16="http://schemas.microsoft.com/office/drawing/2014/main" id="{15350D0F-0805-332C-1447-A3F0A1F0893E}"/>
              </a:ext>
            </a:extLst>
          </p:cNvPr>
          <p:cNvSpPr txBox="1"/>
          <p:nvPr/>
        </p:nvSpPr>
        <p:spPr>
          <a:xfrm>
            <a:off x="5563751" y="4697537"/>
            <a:ext cx="6171817" cy="1899815"/>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Nota:</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Una posibilidad práctica es ensayar siempre con la serie original y en logaritmos y comprobar resultados. Puede ser necesario también utilizar cualquier tipo de transformación </a:t>
            </a:r>
            <a:r>
              <a:rPr kumimoji="0" lang="es-MX" altLang="es-MX" sz="1800" b="0" i="1" u="sng" strike="noStrike" kern="1200" cap="none" spc="0" normalizeH="0" baseline="0" noProof="0" dirty="0">
                <a:ln>
                  <a:noFill/>
                </a:ln>
                <a:solidFill>
                  <a:srgbClr val="000000"/>
                </a:solidFill>
                <a:effectLst/>
                <a:uLnTx/>
                <a:uFillTx/>
                <a:latin typeface="Neue Haas Grotesk Text Pro" panose="020B0504020202020204" pitchFamily="34" charset="0"/>
                <a:ea typeface="+mn-ea"/>
              </a:rPr>
              <a:t>Box Cox</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para </a:t>
            </a:r>
            <a:r>
              <a:rPr kumimoji="0" lang="es-MX" altLang="es-MX" sz="1800" b="0" i="0"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estacionarizar</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la serie, en cuyo caso se identificarán los parámetros adecuados para la transformación.</a:t>
            </a:r>
          </a:p>
        </p:txBody>
      </p:sp>
      <p:cxnSp>
        <p:nvCxnSpPr>
          <p:cNvPr id="5" name="Conector: angular 4">
            <a:extLst>
              <a:ext uri="{FF2B5EF4-FFF2-40B4-BE49-F238E27FC236}">
                <a16:creationId xmlns:a16="http://schemas.microsoft.com/office/drawing/2014/main" id="{99F9A836-E49C-8C2C-DB1F-6F0B22CB4523}"/>
              </a:ext>
            </a:extLst>
          </p:cNvPr>
          <p:cNvCxnSpPr/>
          <p:nvPr/>
        </p:nvCxnSpPr>
        <p:spPr bwMode="auto">
          <a:xfrm rot="5400000">
            <a:off x="5987988" y="1736812"/>
            <a:ext cx="720080" cy="504056"/>
          </a:xfrm>
          <a:prstGeom prst="bentConnector3">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Conector: angular 6">
            <a:extLst>
              <a:ext uri="{FF2B5EF4-FFF2-40B4-BE49-F238E27FC236}">
                <a16:creationId xmlns:a16="http://schemas.microsoft.com/office/drawing/2014/main" id="{F8F864CC-3BCA-F476-B2DF-925B695EA982}"/>
              </a:ext>
            </a:extLst>
          </p:cNvPr>
          <p:cNvCxnSpPr>
            <a:cxnSpLocks/>
            <a:stCxn id="5122" idx="1"/>
          </p:cNvCxnSpPr>
          <p:nvPr/>
        </p:nvCxnSpPr>
        <p:spPr bwMode="auto">
          <a:xfrm rot="10800000" flipV="1">
            <a:off x="456432" y="2349178"/>
            <a:ext cx="201117" cy="5112270"/>
          </a:xfrm>
          <a:prstGeom prst="bentConnector2">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6" name="Text Box 1">
                <a:extLst>
                  <a:ext uri="{FF2B5EF4-FFF2-40B4-BE49-F238E27FC236}">
                    <a16:creationId xmlns:a16="http://schemas.microsoft.com/office/drawing/2014/main" id="{42D8275B-F0E5-61A2-D5C5-16D472E842C4}"/>
                  </a:ext>
                </a:extLst>
              </p:cNvPr>
              <p:cNvSpPr txBox="1">
                <a:spLocks noChangeArrowheads="1"/>
              </p:cNvSpPr>
              <p:nvPr/>
            </p:nvSpPr>
            <p:spPr bwMode="auto">
              <a:xfrm>
                <a:off x="1127448" y="188640"/>
                <a:ext cx="10588625" cy="136815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0" marR="0" lvl="0" indent="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2.2. </a:t>
                </a:r>
                <a:r>
                  <a:rPr kumimoji="0" lang="es-MX" altLang="es-MX" sz="1800" b="1" i="1"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Eliminación de la tendencia</a:t>
                </a:r>
                <a:r>
                  <a:rPr kumimoji="0" lang="es-MX" altLang="es-MX" sz="1800" b="1" i="0"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La observación del gráfico de la serie nos indicará la existencia o no de tendencia. Una tendencia lineal será corregida tomando primeras diferencias, que será el caso más frecuente </a:t>
                </a:r>
                <a14:m>
                  <m:oMath xmlns:m="http://schemas.openxmlformats.org/officeDocument/2006/math">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𝑑</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oMath>
                </a14:m>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Una tendencia no lineal suele llevar en la práctica al uso de dos diferencias como mucho </a:t>
                </a:r>
                <a14:m>
                  <m:oMath xmlns:m="http://schemas.openxmlformats.org/officeDocument/2006/math">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𝑑</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oMath>
                </a14:m>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r>
                  <a:rPr kumimoji="0" lang="es-MX" altLang="es-MX" sz="1800" b="0" i="0"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Estacionarizada</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la serie, habremos identificado el parámetro .</a:t>
                </a:r>
              </a:p>
            </p:txBody>
          </p:sp>
        </mc:Choice>
        <mc:Fallback xmlns="">
          <p:sp>
            <p:nvSpPr>
              <p:cNvPr id="36866" name="Text Box 1">
                <a:extLst>
                  <a:ext uri="{FF2B5EF4-FFF2-40B4-BE49-F238E27FC236}">
                    <a16:creationId xmlns:a16="http://schemas.microsoft.com/office/drawing/2014/main" id="{42D8275B-F0E5-61A2-D5C5-16D472E842C4}"/>
                  </a:ext>
                </a:extLst>
              </p:cNvPr>
              <p:cNvSpPr txBox="1">
                <a:spLocks noRot="1" noChangeAspect="1" noMove="1" noResize="1" noEditPoints="1" noAdjustHandles="1" noChangeArrowheads="1" noChangeShapeType="1" noTextEdit="1"/>
              </p:cNvSpPr>
              <p:nvPr/>
            </p:nvSpPr>
            <p:spPr bwMode="auto">
              <a:xfrm>
                <a:off x="1127448" y="188640"/>
                <a:ext cx="10588625" cy="1368151"/>
              </a:xfrm>
              <a:prstGeom prst="rect">
                <a:avLst/>
              </a:prstGeom>
              <a:blipFill>
                <a:blip r:embed="rId3"/>
                <a:stretch>
                  <a:fillRect l="-518" t="-2232" r="-979" b="-89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3" name="CuadroTexto 2">
            <a:extLst>
              <a:ext uri="{FF2B5EF4-FFF2-40B4-BE49-F238E27FC236}">
                <a16:creationId xmlns:a16="http://schemas.microsoft.com/office/drawing/2014/main" id="{585B0F9B-93FF-15C4-3966-ED02DA5C32D2}"/>
              </a:ext>
            </a:extLst>
          </p:cNvPr>
          <p:cNvSpPr txBox="1"/>
          <p:nvPr/>
        </p:nvSpPr>
        <p:spPr>
          <a:xfrm>
            <a:off x="839416" y="1988840"/>
            <a:ext cx="11089232" cy="682879"/>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3.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Identificación del modelo</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Consiste en determinar el tipo de modelo más adecuado para la serie objeto de estudio, es decir,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el orden</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de las componentes regular y estacional en:</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3F7A645-5DDF-1BD4-13BF-64137B2A5C2F}"/>
                  </a:ext>
                </a:extLst>
              </p:cNvPr>
              <p:cNvSpPr txBox="1"/>
              <p:nvPr/>
            </p:nvSpPr>
            <p:spPr>
              <a:xfrm>
                <a:off x="877144" y="3400888"/>
                <a:ext cx="11089231" cy="2028056"/>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Técnicamente esta decisión se tomará en base a </a:t>
                </a:r>
                <a:r>
                  <a:rPr kumimoji="0" lang="es-MX" altLang="es-MX" sz="1800" b="0" i="1" u="sng" strike="noStrike" kern="1200" cap="none" spc="0" normalizeH="0" baseline="0" noProof="0" dirty="0">
                    <a:ln>
                      <a:noFill/>
                    </a:ln>
                    <a:solidFill>
                      <a:srgbClr val="000000"/>
                    </a:solidFill>
                    <a:effectLst/>
                    <a:uLnTx/>
                    <a:uFillTx/>
                    <a:latin typeface="Neue Haas Grotesk Text Pro" panose="020B0504020202020204" pitchFamily="34" charset="0"/>
                    <a:ea typeface="+mn-ea"/>
                  </a:rPr>
                  <a:t>las funciones de autocorrelación</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y </a:t>
                </a:r>
                <a:r>
                  <a:rPr kumimoji="0" lang="es-MX" altLang="es-MX" sz="1800" b="0" i="1" u="sng" strike="noStrike" kern="1200" cap="none" spc="0" normalizeH="0" baseline="0" noProof="0" dirty="0">
                    <a:ln>
                      <a:noFill/>
                    </a:ln>
                    <a:solidFill>
                      <a:srgbClr val="000000"/>
                    </a:solidFill>
                    <a:effectLst/>
                    <a:uLnTx/>
                    <a:uFillTx/>
                    <a:latin typeface="Neue Haas Grotesk Text Pro" panose="020B0504020202020204" pitchFamily="34" charset="0"/>
                    <a:ea typeface="+mn-ea"/>
                  </a:rPr>
                  <a:t>autocorrelación parcial. </a:t>
                </a:r>
              </a:p>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Habitualmente se terminará eligiendo entre los procesos más simples: </a:t>
                </a: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𝐴𝑅</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𝐴𝑅</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2</m:t>
                        </m:r>
                      </m:e>
                    </m:d>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𝑀𝐴</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𝑀𝐴</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2</m:t>
                        </m:r>
                      </m:e>
                    </m:d>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𝐴𝑅𝐼𝑀𝐴</m:t>
                    </m:r>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(1,1)</m:t>
                    </m:r>
                  </m:oMath>
                </a14:m>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y tanto en la parte regular como en la estacional. En caso de duda pueden seleccionarse varios modelos alternativos que serán estimados y contrastados posteriormente, para definir el modelo definitivamente adoptado.</a:t>
                </a:r>
              </a:p>
            </p:txBody>
          </p:sp>
        </mc:Choice>
        <mc:Fallback xmlns="">
          <p:sp>
            <p:nvSpPr>
              <p:cNvPr id="5" name="CuadroTexto 4">
                <a:extLst>
                  <a:ext uri="{FF2B5EF4-FFF2-40B4-BE49-F238E27FC236}">
                    <a16:creationId xmlns:a16="http://schemas.microsoft.com/office/drawing/2014/main" id="{63F7A645-5DDF-1BD4-13BF-64137B2A5C2F}"/>
                  </a:ext>
                </a:extLst>
              </p:cNvPr>
              <p:cNvSpPr txBox="1">
                <a:spLocks noRot="1" noChangeAspect="1" noMove="1" noResize="1" noEditPoints="1" noAdjustHandles="1" noChangeArrowheads="1" noChangeShapeType="1" noTextEdit="1"/>
              </p:cNvSpPr>
              <p:nvPr/>
            </p:nvSpPr>
            <p:spPr>
              <a:xfrm>
                <a:off x="877144" y="3400888"/>
                <a:ext cx="11089231" cy="2028056"/>
              </a:xfrm>
              <a:prstGeom prst="rect">
                <a:avLst/>
              </a:prstGeom>
              <a:blipFill>
                <a:blip r:embed="rId4"/>
                <a:stretch>
                  <a:fillRect l="-495" t="-1502" r="-440" b="-360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442DD6F-412F-207D-388D-6B9B1BB00F18}"/>
                  </a:ext>
                </a:extLst>
              </p:cNvPr>
              <p:cNvSpPr txBox="1"/>
              <p:nvPr/>
            </p:nvSpPr>
            <p:spPr>
              <a:xfrm>
                <a:off x="6600057" y="2795113"/>
                <a:ext cx="2761217" cy="376385"/>
              </a:xfrm>
              <a:prstGeom prst="rect">
                <a:avLst/>
              </a:prstGeom>
              <a:noFill/>
            </p:spPr>
            <p:txBody>
              <a:bodyPr wrap="square">
                <a:spAutoFit/>
              </a:bodyPr>
              <a:lstStyle/>
              <a:p>
                <a:pPr marL="285750" marR="0" lvl="0" indent="-285750" algn="just" defTabSz="914400" rtl="0" eaLnBrk="1" fontAlgn="base" latinLnBrk="0" hangingPunct="1">
                  <a:lnSpc>
                    <a:spcPct val="110000"/>
                  </a:lnSpc>
                  <a:spcBef>
                    <a:spcPts val="1013"/>
                  </a:spcBef>
                  <a:spcAft>
                    <a:spcPct val="0"/>
                  </a:spcAft>
                  <a:buClrTx/>
                  <a:buSzTx/>
                  <a:buFontTx/>
                  <a:buChar char="-"/>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Medias móviles </a:t>
                </a: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𝑞</m:t>
                    </m:r>
                  </m:oMath>
                </a14:m>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p>
            </p:txBody>
          </p:sp>
        </mc:Choice>
        <mc:Fallback xmlns="">
          <p:sp>
            <p:nvSpPr>
              <p:cNvPr id="7" name="CuadroTexto 6">
                <a:extLst>
                  <a:ext uri="{FF2B5EF4-FFF2-40B4-BE49-F238E27FC236}">
                    <a16:creationId xmlns:a16="http://schemas.microsoft.com/office/drawing/2014/main" id="{3442DD6F-412F-207D-388D-6B9B1BB00F18}"/>
                  </a:ext>
                </a:extLst>
              </p:cNvPr>
              <p:cNvSpPr txBox="1">
                <a:spLocks noRot="1" noChangeAspect="1" noMove="1" noResize="1" noEditPoints="1" noAdjustHandles="1" noChangeArrowheads="1" noChangeShapeType="1" noTextEdit="1"/>
              </p:cNvSpPr>
              <p:nvPr/>
            </p:nvSpPr>
            <p:spPr>
              <a:xfrm>
                <a:off x="6600057" y="2795113"/>
                <a:ext cx="2761217" cy="376385"/>
              </a:xfrm>
              <a:prstGeom prst="rect">
                <a:avLst/>
              </a:prstGeom>
              <a:blipFill>
                <a:blip r:embed="rId5"/>
                <a:stretch>
                  <a:fillRect l="-1987" t="-8197" b="-2623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F5453DF-D778-55C1-6B74-18DBC6C281A1}"/>
                  </a:ext>
                </a:extLst>
              </p:cNvPr>
              <p:cNvSpPr txBox="1"/>
              <p:nvPr/>
            </p:nvSpPr>
            <p:spPr>
              <a:xfrm>
                <a:off x="1678600" y="2795177"/>
                <a:ext cx="3913345" cy="376321"/>
              </a:xfrm>
              <a:prstGeom prst="rect">
                <a:avLst/>
              </a:prstGeom>
              <a:noFill/>
            </p:spPr>
            <p:txBody>
              <a:bodyPr wrap="square">
                <a:spAutoFit/>
              </a:bodyPr>
              <a:lstStyle/>
              <a:p>
                <a:pPr marL="285750" marR="0" lvl="0" indent="-285750" algn="just" defTabSz="914400" rtl="0" eaLnBrk="1" fontAlgn="base" latinLnBrk="0" hangingPunct="1">
                  <a:lnSpc>
                    <a:spcPct val="110000"/>
                  </a:lnSpc>
                  <a:spcBef>
                    <a:spcPts val="1013"/>
                  </a:spcBef>
                  <a:spcAft>
                    <a:spcPct val="0"/>
                  </a:spcAft>
                  <a:buClrTx/>
                  <a:buSzTx/>
                  <a:buFontTx/>
                  <a:buChar char="-"/>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Los procesos autorregresivos </a:t>
                </a: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𝑝</m:t>
                    </m:r>
                  </m:oMath>
                </a14:m>
                <a:endPar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p:txBody>
          </p:sp>
        </mc:Choice>
        <mc:Fallback xmlns="">
          <p:sp>
            <p:nvSpPr>
              <p:cNvPr id="9" name="CuadroTexto 8">
                <a:extLst>
                  <a:ext uri="{FF2B5EF4-FFF2-40B4-BE49-F238E27FC236}">
                    <a16:creationId xmlns:a16="http://schemas.microsoft.com/office/drawing/2014/main" id="{AF5453DF-D778-55C1-6B74-18DBC6C281A1}"/>
                  </a:ext>
                </a:extLst>
              </p:cNvPr>
              <p:cNvSpPr txBox="1">
                <a:spLocks noRot="1" noChangeAspect="1" noMove="1" noResize="1" noEditPoints="1" noAdjustHandles="1" noChangeArrowheads="1" noChangeShapeType="1" noTextEdit="1"/>
              </p:cNvSpPr>
              <p:nvPr/>
            </p:nvSpPr>
            <p:spPr>
              <a:xfrm>
                <a:off x="1678600" y="2795177"/>
                <a:ext cx="3913345" cy="376321"/>
              </a:xfrm>
              <a:prstGeom prst="rect">
                <a:avLst/>
              </a:prstGeom>
              <a:blipFill>
                <a:blip r:embed="rId6"/>
                <a:stretch>
                  <a:fillRect l="-1246" t="-8197" b="-26230"/>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47275DE7-1333-F66A-74D1-EC3C78FA4467}"/>
              </a:ext>
            </a:extLst>
          </p:cNvPr>
          <p:cNvSpPr txBox="1"/>
          <p:nvPr/>
        </p:nvSpPr>
        <p:spPr>
          <a:xfrm>
            <a:off x="820552" y="5683641"/>
            <a:ext cx="11126959" cy="985719"/>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4.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Estimación de los coeficientes del modelo</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Decidido el modelo, se procede a la estimación de sus parámetros. Dado que se trata de un procedimiento iterativo de cálculo, pueden sugerirse valores iniciales.</a:t>
            </a:r>
          </a:p>
        </p:txBody>
      </p:sp>
      <p:cxnSp>
        <p:nvCxnSpPr>
          <p:cNvPr id="14" name="Conector: angular 13">
            <a:extLst>
              <a:ext uri="{FF2B5EF4-FFF2-40B4-BE49-F238E27FC236}">
                <a16:creationId xmlns:a16="http://schemas.microsoft.com/office/drawing/2014/main" id="{59C13F3D-FF6D-EC0B-3E84-C8464CD0C44F}"/>
              </a:ext>
            </a:extLst>
          </p:cNvPr>
          <p:cNvCxnSpPr>
            <a:cxnSpLocks/>
            <a:endCxn id="3" idx="1"/>
          </p:cNvCxnSpPr>
          <p:nvPr/>
        </p:nvCxnSpPr>
        <p:spPr bwMode="auto">
          <a:xfrm rot="16200000" flipH="1">
            <a:off x="-613756" y="877108"/>
            <a:ext cx="2330280" cy="576064"/>
          </a:xfrm>
          <a:prstGeom prst="bentConnector2">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ector: angular 17">
            <a:extLst>
              <a:ext uri="{FF2B5EF4-FFF2-40B4-BE49-F238E27FC236}">
                <a16:creationId xmlns:a16="http://schemas.microsoft.com/office/drawing/2014/main" id="{E2ECC05D-18EA-501E-8679-6F7D3B38FE0D}"/>
              </a:ext>
            </a:extLst>
          </p:cNvPr>
          <p:cNvCxnSpPr>
            <a:cxnSpLocks/>
            <a:stCxn id="5" idx="3"/>
            <a:endCxn id="13" idx="0"/>
          </p:cNvCxnSpPr>
          <p:nvPr/>
        </p:nvCxnSpPr>
        <p:spPr bwMode="auto">
          <a:xfrm flipH="1">
            <a:off x="6384032" y="4414916"/>
            <a:ext cx="5582343" cy="1268725"/>
          </a:xfrm>
          <a:prstGeom prst="bentConnector4">
            <a:avLst>
              <a:gd name="adj1" fmla="val -336"/>
              <a:gd name="adj2" fmla="val 69876"/>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onector: angular 22">
            <a:extLst>
              <a:ext uri="{FF2B5EF4-FFF2-40B4-BE49-F238E27FC236}">
                <a16:creationId xmlns:a16="http://schemas.microsoft.com/office/drawing/2014/main" id="{73288CF3-9152-0BAF-CE22-0FBBA7B119FB}"/>
              </a:ext>
            </a:extLst>
          </p:cNvPr>
          <p:cNvCxnSpPr>
            <a:cxnSpLocks/>
            <a:stCxn id="13" idx="1"/>
          </p:cNvCxnSpPr>
          <p:nvPr/>
        </p:nvCxnSpPr>
        <p:spPr bwMode="auto">
          <a:xfrm rot="10800000" flipV="1">
            <a:off x="551384" y="6176500"/>
            <a:ext cx="269169" cy="1356955"/>
          </a:xfrm>
          <a:prstGeom prst="bentConnector2">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a:extLst>
              <a:ext uri="{FF2B5EF4-FFF2-40B4-BE49-F238E27FC236}">
                <a16:creationId xmlns:a16="http://schemas.microsoft.com/office/drawing/2014/main" id="{52ED1491-77E0-2D95-BE4B-2EFBA60F2795}"/>
              </a:ext>
            </a:extLst>
          </p:cNvPr>
          <p:cNvSpPr txBox="1">
            <a:spLocks noChangeArrowheads="1"/>
          </p:cNvSpPr>
          <p:nvPr/>
        </p:nvSpPr>
        <p:spPr bwMode="auto">
          <a:xfrm>
            <a:off x="933450" y="363538"/>
            <a:ext cx="10348913" cy="2561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0" marR="0" lvl="0" indent="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5.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Contraste de validez del modelo o validación</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Utilizaremos diversos procedimientos para valorar el modelo o modelos inicialmente seleccionados: </a:t>
            </a:r>
          </a:p>
          <a:p>
            <a:pPr marL="285750" marR="0" lvl="0" indent="-285750" algn="just" defTabSz="914400" rtl="0" eaLnBrk="1" fontAlgn="base" latinLnBrk="0" hangingPunct="1">
              <a:lnSpc>
                <a:spcPct val="110000"/>
              </a:lnSpc>
              <a:spcBef>
                <a:spcPts val="1013"/>
              </a:spcBef>
              <a:spcAft>
                <a:spcPts val="13"/>
              </a:spcAft>
              <a:buClr>
                <a:srgbClr val="000000"/>
              </a:buClr>
              <a:buSzPct val="100000"/>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contraste de significación de parámetros</a:t>
            </a:r>
          </a:p>
          <a:p>
            <a:pPr marL="285750" marR="0" lvl="0" indent="-285750" algn="just" defTabSz="914400" rtl="0" eaLnBrk="1" fontAlgn="base" latinLnBrk="0" hangingPunct="1">
              <a:lnSpc>
                <a:spcPct val="110000"/>
              </a:lnSpc>
              <a:spcBef>
                <a:spcPts val="1013"/>
              </a:spcBef>
              <a:spcAft>
                <a:spcPts val="13"/>
              </a:spcAft>
              <a:buClr>
                <a:srgbClr val="000000"/>
              </a:buClr>
              <a:buSzPct val="100000"/>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covarianzas entre estimadores</a:t>
            </a:r>
          </a:p>
          <a:p>
            <a:pPr marL="285750" marR="0" lvl="0" indent="-285750" algn="just" defTabSz="914400" rtl="0" eaLnBrk="1" fontAlgn="base" latinLnBrk="0" hangingPunct="1">
              <a:lnSpc>
                <a:spcPct val="110000"/>
              </a:lnSpc>
              <a:spcBef>
                <a:spcPts val="1013"/>
              </a:spcBef>
              <a:spcAft>
                <a:spcPts val="13"/>
              </a:spcAft>
              <a:buClr>
                <a:srgbClr val="000000"/>
              </a:buClr>
              <a:buSzPct val="100000"/>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coeficiente de correlación,</a:t>
            </a:r>
          </a:p>
          <a:p>
            <a:pPr marL="285750" marR="0" lvl="0" indent="-285750" algn="just" defTabSz="914400" rtl="0" eaLnBrk="1" fontAlgn="base" latinLnBrk="0" hangingPunct="1">
              <a:lnSpc>
                <a:spcPct val="110000"/>
              </a:lnSpc>
              <a:spcBef>
                <a:spcPts val="1013"/>
              </a:spcBef>
              <a:spcAft>
                <a:spcPts val="13"/>
              </a:spcAft>
              <a:buClr>
                <a:srgbClr val="000000"/>
              </a:buClr>
              <a:buSzPct val="100000"/>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suma de cuadrados de errores, etc.</a:t>
            </a:r>
          </a:p>
        </p:txBody>
      </p:sp>
      <p:sp>
        <p:nvSpPr>
          <p:cNvPr id="3" name="CuadroTexto 2">
            <a:extLst>
              <a:ext uri="{FF2B5EF4-FFF2-40B4-BE49-F238E27FC236}">
                <a16:creationId xmlns:a16="http://schemas.microsoft.com/office/drawing/2014/main" id="{0949EBC1-78DB-156E-50CF-6D1C135BFB5B}"/>
              </a:ext>
            </a:extLst>
          </p:cNvPr>
          <p:cNvSpPr txBox="1"/>
          <p:nvPr/>
        </p:nvSpPr>
        <p:spPr>
          <a:xfrm>
            <a:off x="933449" y="4221088"/>
            <a:ext cx="10779175" cy="681020"/>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6.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Selección del modelo</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En base a los resultados de las etapas anteriores, debe estarse en condiciones de decidir sobre el modelo adoptado.</a:t>
            </a:r>
          </a:p>
        </p:txBody>
      </p:sp>
      <p:sp>
        <p:nvSpPr>
          <p:cNvPr id="5" name="CuadroTexto 4">
            <a:extLst>
              <a:ext uri="{FF2B5EF4-FFF2-40B4-BE49-F238E27FC236}">
                <a16:creationId xmlns:a16="http://schemas.microsoft.com/office/drawing/2014/main" id="{757F7C16-2505-2049-081C-A7221A260D24}"/>
              </a:ext>
            </a:extLst>
          </p:cNvPr>
          <p:cNvSpPr txBox="1"/>
          <p:nvPr/>
        </p:nvSpPr>
        <p:spPr>
          <a:xfrm>
            <a:off x="1343472" y="2780928"/>
            <a:ext cx="10585176" cy="985719"/>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5.1. </a:t>
            </a:r>
            <a:r>
              <a:rPr kumimoji="0" lang="es-MX" altLang="es-MX" sz="1800" b="1" i="1"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Análisis de residuos</a:t>
            </a:r>
            <a:r>
              <a:rPr kumimoji="0" lang="es-MX" altLang="es-MX" sz="1800" b="1" i="0" u="none" strike="noStrike" kern="1200" cap="none" spc="0" normalizeH="0" baseline="0" noProof="0" dirty="0">
                <a:ln>
                  <a:noFill/>
                </a:ln>
                <a:solidFill>
                  <a:srgbClr val="FF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Deberá comprobarse un comportamiento no sistemático de los mismos, así como analizarse la posible existencia de errores especialmente significativos (lo visto en la regresión lineal).</a:t>
            </a:r>
          </a:p>
        </p:txBody>
      </p:sp>
      <p:sp>
        <p:nvSpPr>
          <p:cNvPr id="7" name="CuadroTexto 6">
            <a:extLst>
              <a:ext uri="{FF2B5EF4-FFF2-40B4-BE49-F238E27FC236}">
                <a16:creationId xmlns:a16="http://schemas.microsoft.com/office/drawing/2014/main" id="{B5BCF80A-C79B-F416-89D8-1F6CA1C0696C}"/>
              </a:ext>
            </a:extLst>
          </p:cNvPr>
          <p:cNvSpPr txBox="1"/>
          <p:nvPr/>
        </p:nvSpPr>
        <p:spPr>
          <a:xfrm>
            <a:off x="933448" y="5373216"/>
            <a:ext cx="8762951" cy="376385"/>
          </a:xfrm>
          <a:prstGeom prst="rect">
            <a:avLst/>
          </a:prstGeom>
          <a:noFill/>
        </p:spPr>
        <p:txBody>
          <a:bodyPr wrap="square">
            <a:spAutoFit/>
          </a:bodyPr>
          <a:lstStyle/>
          <a:p>
            <a:pPr marL="0" marR="0" lvl="0" indent="0" algn="just" defTabSz="914400" rtl="0" eaLnBrk="1" fontAlgn="base" latinLnBrk="0" hangingPunct="1">
              <a:lnSpc>
                <a:spcPct val="110000"/>
              </a:lnSpc>
              <a:spcBef>
                <a:spcPts val="1013"/>
              </a:spcBef>
              <a:spcAft>
                <a:spcPct val="0"/>
              </a:spcAft>
              <a:buClrTx/>
              <a:buSzTx/>
              <a:buFontTx/>
              <a:buNone/>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7.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Predicción</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El modelo seleccionado servirá como fórmula inicial de predicción.</a:t>
            </a:r>
          </a:p>
        </p:txBody>
      </p:sp>
      <p:cxnSp>
        <p:nvCxnSpPr>
          <p:cNvPr id="10" name="Conector: angular 9">
            <a:extLst>
              <a:ext uri="{FF2B5EF4-FFF2-40B4-BE49-F238E27FC236}">
                <a16:creationId xmlns:a16="http://schemas.microsoft.com/office/drawing/2014/main" id="{22066F55-CCDE-3673-FC26-24C77C9B1E00}"/>
              </a:ext>
            </a:extLst>
          </p:cNvPr>
          <p:cNvCxnSpPr>
            <a:cxnSpLocks/>
            <a:endCxn id="40962" idx="0"/>
          </p:cNvCxnSpPr>
          <p:nvPr/>
        </p:nvCxnSpPr>
        <p:spPr bwMode="auto">
          <a:xfrm flipV="1">
            <a:off x="0" y="363538"/>
            <a:ext cx="6107907" cy="473174"/>
          </a:xfrm>
          <a:prstGeom prst="bentConnector4">
            <a:avLst>
              <a:gd name="adj1" fmla="val 7641"/>
              <a:gd name="adj2" fmla="val 148312"/>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ector: angular 14">
            <a:extLst>
              <a:ext uri="{FF2B5EF4-FFF2-40B4-BE49-F238E27FC236}">
                <a16:creationId xmlns:a16="http://schemas.microsoft.com/office/drawing/2014/main" id="{21830AEB-E1DF-3737-DFED-4BD26DA90D10}"/>
              </a:ext>
            </a:extLst>
          </p:cNvPr>
          <p:cNvCxnSpPr>
            <a:cxnSpLocks/>
            <a:stCxn id="40962" idx="3"/>
            <a:endCxn id="3" idx="3"/>
          </p:cNvCxnSpPr>
          <p:nvPr/>
        </p:nvCxnSpPr>
        <p:spPr bwMode="auto">
          <a:xfrm>
            <a:off x="11282363" y="1644241"/>
            <a:ext cx="430261" cy="2917357"/>
          </a:xfrm>
          <a:prstGeom prst="bentConnector3">
            <a:avLst>
              <a:gd name="adj1" fmla="val 15313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Conector: angular 21">
            <a:extLst>
              <a:ext uri="{FF2B5EF4-FFF2-40B4-BE49-F238E27FC236}">
                <a16:creationId xmlns:a16="http://schemas.microsoft.com/office/drawing/2014/main" id="{1593FAEC-ACB5-8212-1E43-B6180C5EDC85}"/>
              </a:ext>
            </a:extLst>
          </p:cNvPr>
          <p:cNvCxnSpPr>
            <a:cxnSpLocks/>
            <a:stCxn id="3" idx="2"/>
            <a:endCxn id="7" idx="3"/>
          </p:cNvCxnSpPr>
          <p:nvPr/>
        </p:nvCxnSpPr>
        <p:spPr bwMode="auto">
          <a:xfrm rot="16200000" flipH="1">
            <a:off x="7680068" y="3545077"/>
            <a:ext cx="659301" cy="3373362"/>
          </a:xfrm>
          <a:prstGeom prst="bentConnector4">
            <a:avLst>
              <a:gd name="adj1" fmla="val 35728"/>
              <a:gd name="adj2" fmla="val 126108"/>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a:extLst>
              <a:ext uri="{FF2B5EF4-FFF2-40B4-BE49-F238E27FC236}">
                <a16:creationId xmlns:a16="http://schemas.microsoft.com/office/drawing/2014/main" id="{8CB7A57B-935F-C293-D0D9-D9C8BF62594C}"/>
              </a:ext>
            </a:extLst>
          </p:cNvPr>
          <p:cNvSpPr>
            <a:spLocks noGrp="1" noChangeArrowheads="1"/>
          </p:cNvSpPr>
          <p:nvPr>
            <p:ph type="title"/>
          </p:nvPr>
        </p:nvSpPr>
        <p:spPr>
          <a:xfrm>
            <a:off x="1041063" y="192817"/>
            <a:ext cx="5809442" cy="7350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b="1" dirty="0"/>
              <a:t>Identificación del modelo</a:t>
            </a:r>
          </a:p>
        </p:txBody>
      </p:sp>
      <mc:AlternateContent xmlns:mc="http://schemas.openxmlformats.org/markup-compatibility/2006">
        <mc:Choice xmlns:a14="http://schemas.microsoft.com/office/drawing/2010/main" Requires="a14">
          <p:sp>
            <p:nvSpPr>
              <p:cNvPr id="43011" name="Text Box 2">
                <a:extLst>
                  <a:ext uri="{FF2B5EF4-FFF2-40B4-BE49-F238E27FC236}">
                    <a16:creationId xmlns:a16="http://schemas.microsoft.com/office/drawing/2014/main" id="{003ED28D-2AFA-4BFE-71D4-346804164A33}"/>
                  </a:ext>
                </a:extLst>
              </p:cNvPr>
              <p:cNvSpPr txBox="1">
                <a:spLocks noChangeArrowheads="1"/>
              </p:cNvSpPr>
              <p:nvPr/>
            </p:nvSpPr>
            <p:spPr bwMode="auto">
              <a:xfrm>
                <a:off x="908050" y="1020763"/>
                <a:ext cx="10375900" cy="137766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0" marR="0" lvl="0" indent="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Si la serie temporal presenta una tendencia, lo primero que se deber hacer es convertirla en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estacionaria en media</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tal rasgo en la serie sé corrige mediante la diferenciación de orden </a:t>
                </a: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𝑑</m:t>
                    </m:r>
                  </m:oMath>
                </a14:m>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Una vez diferenciada la serie, una buena estrategia consiste en </a:t>
                </a:r>
                <a:r>
                  <a:rPr kumimoji="0" lang="es-MX" altLang="es-MX" sz="180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analizar</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los </a:t>
                </a:r>
                <a:r>
                  <a:rPr kumimoji="0" lang="es-MX" altLang="es-MX" sz="1800" b="0" i="0"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correlogramas</a:t>
                </a:r>
                <a:r>
                  <a:rPr lang="es-MX" altLang="es-MX" sz="1800" kern="1200" dirty="0">
                    <a:solidFill>
                      <a:srgbClr val="000000"/>
                    </a:solidFill>
                    <a:latin typeface="Neue Haas Grotesk Text Pro" panose="020B0504020202020204" pitchFamily="34" charset="0"/>
                    <a:ea typeface="+mn-ea"/>
                  </a:rPr>
                  <a:t> </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de la función de autocorrelación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FAC</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y la función de autocorrelación parcial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FACP</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p>
            </p:txBody>
          </p:sp>
        </mc:Choice>
        <mc:Fallback>
          <p:sp>
            <p:nvSpPr>
              <p:cNvPr id="43011" name="Text Box 2">
                <a:extLst>
                  <a:ext uri="{FF2B5EF4-FFF2-40B4-BE49-F238E27FC236}">
                    <a16:creationId xmlns:a16="http://schemas.microsoft.com/office/drawing/2014/main" id="{003ED28D-2AFA-4BFE-71D4-346804164A33}"/>
                  </a:ext>
                </a:extLst>
              </p:cNvPr>
              <p:cNvSpPr txBox="1">
                <a:spLocks noRot="1" noChangeAspect="1" noMove="1" noResize="1" noEditPoints="1" noAdjustHandles="1" noChangeArrowheads="1" noChangeShapeType="1" noTextEdit="1"/>
              </p:cNvSpPr>
              <p:nvPr/>
            </p:nvSpPr>
            <p:spPr bwMode="auto">
              <a:xfrm>
                <a:off x="908050" y="1020763"/>
                <a:ext cx="10375900" cy="1377663"/>
              </a:xfrm>
              <a:prstGeom prst="rect">
                <a:avLst/>
              </a:prstGeom>
              <a:blipFill>
                <a:blip r:embed="rId3"/>
                <a:stretch>
                  <a:fillRect l="-529" t="-1770" r="-470" b="-44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5" name="CuadroTexto 4">
            <a:extLst>
              <a:ext uri="{FF2B5EF4-FFF2-40B4-BE49-F238E27FC236}">
                <a16:creationId xmlns:a16="http://schemas.microsoft.com/office/drawing/2014/main" id="{9EE77413-8FDE-E027-0CDF-51CA95FC4C54}"/>
              </a:ext>
            </a:extLst>
          </p:cNvPr>
          <p:cNvSpPr txBox="1"/>
          <p:nvPr/>
        </p:nvSpPr>
        <p:spPr>
          <a:xfrm>
            <a:off x="1407448" y="2452355"/>
            <a:ext cx="9585065" cy="681084"/>
          </a:xfrm>
          <a:prstGeom prst="rect">
            <a:avLst/>
          </a:prstGeom>
          <a:noFill/>
        </p:spPr>
        <p:txBody>
          <a:bodyPr wrap="square">
            <a:spAutoFit/>
          </a:body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Proceso </a:t>
            </a:r>
            <a:r>
              <a:rPr kumimoji="0" lang="es-MX" altLang="es-MX" sz="1800" b="1" i="1" u="none" strike="noStrike" kern="1200" cap="none" spc="0" normalizeH="0" baseline="0" noProof="0" dirty="0">
                <a:ln>
                  <a:noFill/>
                </a:ln>
                <a:solidFill>
                  <a:srgbClr val="000000"/>
                </a:solidFill>
                <a:effectLst/>
                <a:uLnTx/>
                <a:uFillTx/>
                <a:latin typeface="TimesNewRomanPS-ItalicMT" charset="0"/>
                <a:ea typeface="+mn-ea"/>
              </a:rPr>
              <a:t>AR(p</a:t>
            </a: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tiene los primeros </a:t>
            </a:r>
            <a:r>
              <a:rPr kumimoji="0" lang="es-MX" altLang="es-MX" sz="1800" b="0" i="1" u="none" strike="noStrike" kern="1200" cap="none" spc="0" normalizeH="0" baseline="0" noProof="0" dirty="0">
                <a:ln>
                  <a:noFill/>
                </a:ln>
                <a:solidFill>
                  <a:srgbClr val="000000"/>
                </a:solidFill>
                <a:effectLst/>
                <a:uLnTx/>
                <a:uFillTx/>
                <a:latin typeface="TimesNewRomanPS-ItalicMT" charset="0"/>
                <a:ea typeface="+mn-ea"/>
              </a:rPr>
              <a:t>p </a:t>
            </a: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términos de la función de autocorrelación parcial distintos de cero y los demás son nulos (para los coeficientes autorregresivos)</a:t>
            </a:r>
          </a:p>
        </p:txBody>
      </p:sp>
      <p:pic>
        <p:nvPicPr>
          <p:cNvPr id="7" name="Picture 3">
            <a:extLst>
              <a:ext uri="{FF2B5EF4-FFF2-40B4-BE49-F238E27FC236}">
                <a16:creationId xmlns:a16="http://schemas.microsoft.com/office/drawing/2014/main" id="{00988926-F94C-26F5-FE72-621253CB1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711" y="3187368"/>
            <a:ext cx="5658790" cy="345664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0F15A286-AD80-66D5-1A4F-540BCA1433E2}"/>
                  </a:ext>
                </a:extLst>
              </p:cNvPr>
              <p:cNvSpPr txBox="1"/>
              <p:nvPr/>
            </p:nvSpPr>
            <p:spPr>
              <a:xfrm>
                <a:off x="645449" y="3724562"/>
                <a:ext cx="4780991" cy="2284600"/>
              </a:xfrm>
              <a:prstGeom prst="rect">
                <a:avLst/>
              </a:prstGeom>
              <a:noFill/>
              <a:ln>
                <a:solidFill>
                  <a:schemeClr val="tx1"/>
                </a:solidFill>
              </a:ln>
            </p:spPr>
            <p:txBody>
              <a:bodyPr wrap="square">
                <a:spAutoFit/>
              </a:bodyPr>
              <a:lstStyle/>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Dependiendo</a:t>
                </a: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del </a:t>
                </a: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analista</a:t>
                </a: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puede</a:t>
                </a: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ser entre:</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𝐴𝑅</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oMath>
                </a14:m>
                <a:endPar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𝐴𝑅</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4</m:t>
                        </m:r>
                      </m:e>
                    </m:d>
                  </m:oMath>
                </a14:m>
                <a:endPar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Dependiendo a como determine los rezagos significativas en la autocorrelación parcial.</a:t>
                </a:r>
              </a:p>
            </p:txBody>
          </p:sp>
        </mc:Choice>
        <mc:Fallback>
          <p:sp>
            <p:nvSpPr>
              <p:cNvPr id="8" name="CuadroTexto 7">
                <a:extLst>
                  <a:ext uri="{FF2B5EF4-FFF2-40B4-BE49-F238E27FC236}">
                    <a16:creationId xmlns:a16="http://schemas.microsoft.com/office/drawing/2014/main" id="{0F15A286-AD80-66D5-1A4F-540BCA1433E2}"/>
                  </a:ext>
                </a:extLst>
              </p:cNvPr>
              <p:cNvSpPr txBox="1">
                <a:spLocks noRot="1" noChangeAspect="1" noMove="1" noResize="1" noEditPoints="1" noAdjustHandles="1" noChangeArrowheads="1" noChangeShapeType="1" noTextEdit="1"/>
              </p:cNvSpPr>
              <p:nvPr/>
            </p:nvSpPr>
            <p:spPr>
              <a:xfrm>
                <a:off x="645449" y="3724562"/>
                <a:ext cx="4780991" cy="2284600"/>
              </a:xfrm>
              <a:prstGeom prst="rect">
                <a:avLst/>
              </a:prstGeom>
              <a:blipFill>
                <a:blip r:embed="rId5"/>
                <a:stretch>
                  <a:fillRect l="-1018" t="-1061" r="-891" b="-2918"/>
                </a:stretch>
              </a:blipFill>
              <a:ln>
                <a:solidFill>
                  <a:schemeClr val="tx1"/>
                </a:solidFill>
              </a:ln>
            </p:spPr>
            <p:txBody>
              <a:bodyPr/>
              <a:lstStyle/>
              <a:p>
                <a:r>
                  <a:rPr lang="es-MX">
                    <a:noFill/>
                  </a:rPr>
                  <a:t> </a:t>
                </a:r>
              </a:p>
            </p:txBody>
          </p:sp>
        </mc:Fallback>
      </mc:AlternateContent>
      <p:sp>
        <p:nvSpPr>
          <p:cNvPr id="9" name="Elipse 8">
            <a:extLst>
              <a:ext uri="{FF2B5EF4-FFF2-40B4-BE49-F238E27FC236}">
                <a16:creationId xmlns:a16="http://schemas.microsoft.com/office/drawing/2014/main" id="{8B40607D-5645-3AC3-6FEB-A4EFCD2EFFC8}"/>
              </a:ext>
            </a:extLst>
          </p:cNvPr>
          <p:cNvSpPr/>
          <p:nvPr/>
        </p:nvSpPr>
        <p:spPr bwMode="auto">
          <a:xfrm>
            <a:off x="6475751" y="3625652"/>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0" name="Elipse 9">
            <a:extLst>
              <a:ext uri="{FF2B5EF4-FFF2-40B4-BE49-F238E27FC236}">
                <a16:creationId xmlns:a16="http://schemas.microsoft.com/office/drawing/2014/main" id="{F055ED30-2E73-4C91-BA49-03BA78789A1C}"/>
              </a:ext>
            </a:extLst>
          </p:cNvPr>
          <p:cNvSpPr/>
          <p:nvPr/>
        </p:nvSpPr>
        <p:spPr bwMode="auto">
          <a:xfrm>
            <a:off x="6648013" y="4162845"/>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1" name="Elipse 10">
            <a:extLst>
              <a:ext uri="{FF2B5EF4-FFF2-40B4-BE49-F238E27FC236}">
                <a16:creationId xmlns:a16="http://schemas.microsoft.com/office/drawing/2014/main" id="{D443EB73-865E-0603-3688-BC1647E53B92}"/>
              </a:ext>
            </a:extLst>
          </p:cNvPr>
          <p:cNvSpPr/>
          <p:nvPr/>
        </p:nvSpPr>
        <p:spPr bwMode="auto">
          <a:xfrm>
            <a:off x="6544331" y="5583992"/>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2" name="Elipse 11">
            <a:extLst>
              <a:ext uri="{FF2B5EF4-FFF2-40B4-BE49-F238E27FC236}">
                <a16:creationId xmlns:a16="http://schemas.microsoft.com/office/drawing/2014/main" id="{EF4C8C00-76C9-AD30-CB28-6E0C8B9D0442}"/>
              </a:ext>
            </a:extLst>
          </p:cNvPr>
          <p:cNvSpPr/>
          <p:nvPr/>
        </p:nvSpPr>
        <p:spPr bwMode="auto">
          <a:xfrm>
            <a:off x="6731708" y="5891166"/>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1361FAD6-E964-902A-3E39-7BF9090BC69E}"/>
              </a:ext>
            </a:extLst>
          </p:cNvPr>
          <p:cNvSpPr txBox="1"/>
          <p:nvPr/>
        </p:nvSpPr>
        <p:spPr>
          <a:xfrm>
            <a:off x="2360820" y="1811463"/>
            <a:ext cx="8222236" cy="1169551"/>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400" dirty="0">
                <a:latin typeface="TimesNewRomanPSMT" charset="0"/>
                <a:cs typeface="DejaVu Sans" charset="0"/>
              </a:rPr>
              <a:t>una muestra dada proviene de un proceso autorregresivo de orden </a:t>
            </a:r>
            <a:r>
              <a:rPr lang="es-MX" altLang="es-MX" sz="1400" i="1" dirty="0">
                <a:latin typeface="TimesNewRomanPS-ItalicMT" charset="0"/>
                <a:cs typeface="DejaVu Sans" charset="0"/>
              </a:rPr>
              <a:t>p </a:t>
            </a:r>
            <a:r>
              <a:rPr lang="es-MX" altLang="es-MX" sz="1400" dirty="0">
                <a:latin typeface="TimesNewRomanPSMT" charset="0"/>
                <a:cs typeface="DejaVu Sans" charset="0"/>
              </a:rPr>
              <a:t>si</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400" dirty="0">
                <a:latin typeface="TimesNewRomanPSMT" charset="0"/>
                <a:cs typeface="DejaVu Sans" charset="0"/>
              </a:rPr>
              <a:t>los términos de la función de autocorrelación parcial son casi cero a partir del que</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400" dirty="0">
                <a:latin typeface="TimesNewRomanPSMT" charset="0"/>
                <a:cs typeface="DejaVu Sans" charset="0"/>
              </a:rPr>
              <a:t>ocupa el lugar </a:t>
            </a:r>
            <a:r>
              <a:rPr lang="es-MX" altLang="es-MX" sz="1400" i="1" dirty="0">
                <a:latin typeface="TimesNewRomanPS-ItalicMT" charset="0"/>
                <a:cs typeface="DejaVu Sans" charset="0"/>
              </a:rPr>
              <a:t>p</a:t>
            </a:r>
            <a:r>
              <a:rPr lang="es-MX" altLang="es-MX" sz="1400" dirty="0">
                <a:latin typeface="TimesNewRomanPSMT" charset="0"/>
                <a:cs typeface="DejaVu Sans" charset="0"/>
              </a:rPr>
              <a:t>. Un valor se considera casi cero cuando su módulo es inferior a</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400" dirty="0">
                <a:latin typeface="TimesNewRomanPSMT" charset="0"/>
                <a:cs typeface="DejaVu Sans" charset="0"/>
              </a:rPr>
              <a:t>2/</a:t>
            </a:r>
            <a:r>
              <a:rPr lang="es-MX" altLang="es-MX" sz="1400" dirty="0">
                <a:latin typeface="SymbolMT" charset="0"/>
                <a:cs typeface="DejaVu Sans" charset="0"/>
              </a:rPr>
              <a:t></a:t>
            </a:r>
            <a:r>
              <a:rPr lang="es-MX" altLang="es-MX" sz="1400" i="1" dirty="0">
                <a:latin typeface="TimesNewRomanPS-ItalicMT" charset="0"/>
                <a:cs typeface="DejaVu Sans" charset="0"/>
              </a:rPr>
              <a:t>T</a:t>
            </a:r>
            <a:r>
              <a:rPr lang="es-MX" altLang="es-MX" sz="1400" dirty="0">
                <a:latin typeface="TimesNewRomanPSMT" charset="0"/>
                <a:cs typeface="DejaVu Sans" charset="0"/>
              </a:rPr>
              <a:t>. Los programas de ordenador construyen la franja (-2/</a:t>
            </a:r>
            <a:r>
              <a:rPr lang="es-MX" altLang="es-MX" sz="1400" i="1" dirty="0">
                <a:latin typeface="TimesNewRomanPS-ItalicMT" charset="0"/>
                <a:cs typeface="DejaVu Sans" charset="0"/>
              </a:rPr>
              <a:t>T</a:t>
            </a:r>
            <a:r>
              <a:rPr lang="es-MX" altLang="es-MX" sz="1400" dirty="0">
                <a:latin typeface="TimesNewRomanPSMT" charset="0"/>
                <a:cs typeface="DejaVu Sans" charset="0"/>
              </a:rPr>
              <a:t>, 2/</a:t>
            </a:r>
            <a:r>
              <a:rPr lang="es-MX" altLang="es-MX" sz="1400" i="1" dirty="0">
                <a:latin typeface="TimesNewRomanPS-ItalicMT" charset="0"/>
                <a:cs typeface="DejaVu Sans" charset="0"/>
              </a:rPr>
              <a:t>T</a:t>
            </a:r>
            <a:r>
              <a:rPr lang="es-MX" altLang="es-MX" sz="1400" dirty="0">
                <a:latin typeface="TimesNewRomanPSMT" charset="0"/>
                <a:cs typeface="DejaVu Sans" charset="0"/>
              </a:rPr>
              <a:t>) y detectan los</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400" dirty="0">
                <a:latin typeface="TimesNewRomanPSMT" charset="0"/>
                <a:cs typeface="DejaVu Sans" charset="0"/>
              </a:rPr>
              <a:t>valores de la FACP que caen fuera de ella</a:t>
            </a:r>
          </a:p>
        </p:txBody>
      </p:sp>
    </p:spTree>
    <p:extLst>
      <p:ext uri="{BB962C8B-B14F-4D97-AF65-F5344CB8AC3E}">
        <p14:creationId xmlns:p14="http://schemas.microsoft.com/office/powerpoint/2010/main" val="904724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CC43CB-6BE7-FF65-B2AE-3371DF693559}"/>
              </a:ext>
            </a:extLst>
          </p:cNvPr>
          <p:cNvSpPr txBox="1"/>
          <p:nvPr/>
        </p:nvSpPr>
        <p:spPr>
          <a:xfrm>
            <a:off x="89941" y="4205058"/>
            <a:ext cx="11842230" cy="2028056"/>
          </a:xfrm>
          <a:prstGeom prst="rect">
            <a:avLst/>
          </a:prstGeom>
          <a:noFill/>
        </p:spPr>
        <p:txBody>
          <a:bodyPr wrap="square">
            <a:spAutoFit/>
          </a:bodyPr>
          <a:lstStyle/>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Para modelos , los primeros valores de la función de autocorrelación no tienen patrón fijo y van seguidos de una mezcla de oscilaciones sinusoidales o exponenciales amortiguadas. Asimismo, los primeros valores de la función de autocorrelación parcial no tienen patrón fijo, aunque suelen decrecer</a:t>
            </a:r>
            <a:r>
              <a:rPr lang="es-MX" altLang="es-MX" sz="1800" kern="1200" dirty="0">
                <a:latin typeface="Neue Haas Grotesk Text Pro" panose="020B0504020202020204" pitchFamily="34" charset="0"/>
                <a:ea typeface="+mn-ea"/>
              </a:rPr>
              <a:t> </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y van seguidos de una mezcla de oscilaciones sinusoidales y exponenciales amortiguadas</a:t>
            </a:r>
            <a:r>
              <a:rPr kumimoji="0" lang="es-MX" altLang="es-MX" sz="1800" b="0" i="0" u="none" strike="noStrike" kern="1200" cap="none" spc="0" normalizeH="0" baseline="0" noProof="0" dirty="0">
                <a:ln>
                  <a:noFill/>
                </a:ln>
                <a:solidFill>
                  <a:srgbClr val="000000"/>
                </a:solidFill>
                <a:effectLst/>
                <a:uLnTx/>
                <a:uFillTx/>
                <a:latin typeface="TimesNewRomanPSMT" charset="0"/>
                <a:ea typeface="+mn-ea"/>
              </a:rPr>
              <a:t>.</a:t>
            </a:r>
          </a:p>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Para la abordar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la heterocedasticidad</a:t>
            </a:r>
            <a:r>
              <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de una serie puede ser conveniente usar logaritmos a la serie o aplicar la transformación de </a:t>
            </a:r>
            <a:r>
              <a:rPr kumimoji="0" lang="es-MX" altLang="es-MX" sz="1800" b="1"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Box-Cox.</a:t>
            </a:r>
          </a:p>
        </p:txBody>
      </p:sp>
      <p:sp>
        <p:nvSpPr>
          <p:cNvPr id="7" name="CuadroTexto 6">
            <a:extLst>
              <a:ext uri="{FF2B5EF4-FFF2-40B4-BE49-F238E27FC236}">
                <a16:creationId xmlns:a16="http://schemas.microsoft.com/office/drawing/2014/main" id="{E66C880B-B84A-BCEB-FC27-6897B4A396AE}"/>
              </a:ext>
            </a:extLst>
          </p:cNvPr>
          <p:cNvSpPr txBox="1"/>
          <p:nvPr/>
        </p:nvSpPr>
        <p:spPr>
          <a:xfrm>
            <a:off x="974360" y="212041"/>
            <a:ext cx="10508106" cy="681084"/>
          </a:xfrm>
          <a:prstGeom prst="rect">
            <a:avLst/>
          </a:prstGeom>
          <a:noFill/>
        </p:spPr>
        <p:txBody>
          <a:bodyPr wrap="square">
            <a:spAutoFit/>
          </a:body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1"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Proceso </a:t>
            </a:r>
            <a:r>
              <a:rPr kumimoji="0" lang="es-MX" altLang="es-MX" sz="1800" b="1" i="1" u="none" strike="noStrike" kern="1200" cap="none" spc="0" normalizeH="0" baseline="0" noProof="0" dirty="0">
                <a:ln>
                  <a:noFill/>
                </a:ln>
                <a:solidFill>
                  <a:srgbClr val="000000"/>
                </a:solidFill>
                <a:effectLst/>
                <a:uLnTx/>
                <a:uFillTx/>
                <a:latin typeface="TimesNewRomanPS-ItalicMT" charset="0"/>
                <a:ea typeface="+mn-ea"/>
              </a:rPr>
              <a:t>MA(q)</a:t>
            </a:r>
            <a:r>
              <a:rPr kumimoji="0" lang="es-MX" altLang="es-MX" sz="1800" b="0" i="1" u="none" strike="noStrike" kern="1200" cap="none" spc="0" normalizeH="0" baseline="0" noProof="0" dirty="0">
                <a:ln>
                  <a:noFill/>
                </a:ln>
                <a:solidFill>
                  <a:srgbClr val="000000"/>
                </a:solidFill>
                <a:effectLst/>
                <a:uLnTx/>
                <a:uFillTx/>
                <a:latin typeface="TimesNewRomanPS-ItalicMT" charset="0"/>
                <a:ea typeface="+mn-ea"/>
              </a:rPr>
              <a:t> </a:t>
            </a: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tiene los primeros </a:t>
            </a:r>
            <a:r>
              <a:rPr kumimoji="0" lang="es-MX" altLang="es-MX" sz="1800" b="0" i="1" u="none" strike="noStrike" kern="1200" cap="none" spc="0" normalizeH="0" baseline="0" noProof="0" dirty="0">
                <a:ln>
                  <a:noFill/>
                </a:ln>
                <a:solidFill>
                  <a:srgbClr val="000000"/>
                </a:solidFill>
                <a:effectLst/>
                <a:uLnTx/>
                <a:uFillTx/>
                <a:latin typeface="TimesNewRomanPS-ItalicMT" charset="0"/>
                <a:ea typeface="+mn-ea"/>
              </a:rPr>
              <a:t>q </a:t>
            </a:r>
            <a:r>
              <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términos de la función de autocorrelación distintos de cero y los demás son nulos.</a:t>
            </a:r>
          </a:p>
        </p:txBody>
      </p:sp>
      <p:pic>
        <p:nvPicPr>
          <p:cNvPr id="8" name="Picture 2">
            <a:extLst>
              <a:ext uri="{FF2B5EF4-FFF2-40B4-BE49-F238E27FC236}">
                <a16:creationId xmlns:a16="http://schemas.microsoft.com/office/drawing/2014/main" id="{47738B75-2F6C-6A09-7839-9D0079F9F8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341" y="638105"/>
            <a:ext cx="5782299" cy="353209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88197A9-726D-D5AD-DD01-818087FC3C9A}"/>
                  </a:ext>
                </a:extLst>
              </p:cNvPr>
              <p:cNvSpPr txBox="1"/>
              <p:nvPr/>
            </p:nvSpPr>
            <p:spPr>
              <a:xfrm>
                <a:off x="1327451" y="1261850"/>
                <a:ext cx="3422350" cy="2284600"/>
              </a:xfrm>
              <a:prstGeom prst="rect">
                <a:avLst/>
              </a:prstGeom>
              <a:noFill/>
              <a:ln>
                <a:solidFill>
                  <a:schemeClr val="tx1"/>
                </a:solidFill>
              </a:ln>
            </p:spPr>
            <p:txBody>
              <a:bodyPr wrap="square">
                <a:spAutoFit/>
              </a:bodyPr>
              <a:lstStyle/>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De la </a:t>
                </a: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misma</a:t>
                </a: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forma que </a:t>
                </a: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el</a:t>
                </a:r>
                <a:r>
                  <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a:t>
                </a:r>
                <a:r>
                  <a:rPr kumimoji="0" lang="en-US" altLang="es-MX" sz="1800" b="0" i="1"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eje</a:t>
                </a:r>
                <a:r>
                  <a:rPr lang="en-US" altLang="es-MX" sz="1800" i="1" kern="1200" dirty="0" err="1">
                    <a:latin typeface="Neue Haas Grotesk Text Pro" panose="020B0504020202020204" pitchFamily="34" charset="0"/>
                    <a:ea typeface="+mn-ea"/>
                  </a:rPr>
                  <a:t>mplo</a:t>
                </a:r>
                <a:r>
                  <a:rPr lang="en-US" altLang="es-MX" sz="1800" i="1" kern="1200" dirty="0">
                    <a:latin typeface="Neue Haas Grotesk Text Pro" panose="020B0504020202020204" pitchFamily="34" charset="0"/>
                    <a:ea typeface="+mn-ea"/>
                  </a:rPr>
                  <a:t> anterior; </a:t>
                </a:r>
                <a:r>
                  <a:rPr lang="en-US" altLang="es-MX" sz="1800" i="1" kern="1200" dirty="0" err="1">
                    <a:latin typeface="Neue Haas Grotesk Text Pro" panose="020B0504020202020204" pitchFamily="34" charset="0"/>
                    <a:ea typeface="+mn-ea"/>
                  </a:rPr>
                  <a:t>puede</a:t>
                </a:r>
                <a:r>
                  <a:rPr lang="en-US" altLang="es-MX" sz="1800" i="1" kern="1200" dirty="0">
                    <a:latin typeface="Neue Haas Grotesk Text Pro" panose="020B0504020202020204" pitchFamily="34" charset="0"/>
                    <a:ea typeface="+mn-ea"/>
                  </a:rPr>
                  <a:t> ser:</a:t>
                </a:r>
              </a:p>
              <a:p>
                <a:pPr marL="285750" marR="0" lvl="0" indent="-28575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𝑀𝐴</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e>
                    </m:d>
                  </m:oMath>
                </a14:m>
                <a:endParaRPr kumimoji="0" lang="en-US"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L="285750" marR="0" lvl="0" indent="-28575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 xmlns:m="http://schemas.openxmlformats.org/officeDocument/2006/math">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𝑀𝐴</m:t>
                    </m:r>
                    <m:d>
                      <m:dPr>
                        <m:ctrlP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2</m:t>
                        </m:r>
                      </m:e>
                    </m:d>
                  </m:oMath>
                </a14:m>
                <a:endPar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R="0" lvl="0" algn="just" defTabSz="914400" rtl="0" eaLnBrk="1" fontAlgn="base" latinLnBrk="0" hangingPunct="1">
                  <a:lnSpc>
                    <a:spcPct val="110000"/>
                  </a:lnSpc>
                  <a:spcBef>
                    <a:spcPts val="1013"/>
                  </a:spcBef>
                  <a:spcAft>
                    <a:spcPts val="13"/>
                  </a:spcAft>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sz="1800" i="1" kern="1200" dirty="0">
                    <a:latin typeface="Neue Haas Grotesk Text Pro" panose="020B0504020202020204" pitchFamily="34" charset="0"/>
                    <a:ea typeface="+mn-ea"/>
                  </a:rPr>
                  <a:t>Que será la significancia de las medias móviles.</a:t>
                </a:r>
                <a:endParaRPr kumimoji="0" lang="es-MX" altLang="es-MX" sz="18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p:txBody>
          </p:sp>
        </mc:Choice>
        <mc:Fallback>
          <p:sp>
            <p:nvSpPr>
              <p:cNvPr id="9" name="CuadroTexto 8">
                <a:extLst>
                  <a:ext uri="{FF2B5EF4-FFF2-40B4-BE49-F238E27FC236}">
                    <a16:creationId xmlns:a16="http://schemas.microsoft.com/office/drawing/2014/main" id="{C88197A9-726D-D5AD-DD01-818087FC3C9A}"/>
                  </a:ext>
                </a:extLst>
              </p:cNvPr>
              <p:cNvSpPr txBox="1">
                <a:spLocks noRot="1" noChangeAspect="1" noMove="1" noResize="1" noEditPoints="1" noAdjustHandles="1" noChangeArrowheads="1" noChangeShapeType="1" noTextEdit="1"/>
              </p:cNvSpPr>
              <p:nvPr/>
            </p:nvSpPr>
            <p:spPr>
              <a:xfrm>
                <a:off x="1327451" y="1261850"/>
                <a:ext cx="3422350" cy="2284600"/>
              </a:xfrm>
              <a:prstGeom prst="rect">
                <a:avLst/>
              </a:prstGeom>
              <a:blipFill>
                <a:blip r:embed="rId3"/>
                <a:stretch>
                  <a:fillRect l="-1421" t="-1061" r="-1243" b="-2918"/>
                </a:stretch>
              </a:blipFill>
              <a:ln>
                <a:solidFill>
                  <a:schemeClr val="tx1"/>
                </a:solidFill>
              </a:ln>
            </p:spPr>
            <p:txBody>
              <a:bodyPr/>
              <a:lstStyle/>
              <a:p>
                <a:r>
                  <a:rPr lang="es-MX">
                    <a:noFill/>
                  </a:rPr>
                  <a:t> </a:t>
                </a:r>
              </a:p>
            </p:txBody>
          </p:sp>
        </mc:Fallback>
      </mc:AlternateContent>
      <p:sp>
        <p:nvSpPr>
          <p:cNvPr id="11" name="Elipse 10">
            <a:extLst>
              <a:ext uri="{FF2B5EF4-FFF2-40B4-BE49-F238E27FC236}">
                <a16:creationId xmlns:a16="http://schemas.microsoft.com/office/drawing/2014/main" id="{50B1B852-E280-EA6B-D591-4B7DC23B12FE}"/>
              </a:ext>
            </a:extLst>
          </p:cNvPr>
          <p:cNvSpPr/>
          <p:nvPr/>
        </p:nvSpPr>
        <p:spPr bwMode="auto">
          <a:xfrm>
            <a:off x="6170951" y="1064031"/>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2" name="Elipse 11">
            <a:extLst>
              <a:ext uri="{FF2B5EF4-FFF2-40B4-BE49-F238E27FC236}">
                <a16:creationId xmlns:a16="http://schemas.microsoft.com/office/drawing/2014/main" id="{417C927B-0D43-3246-2B34-A09B46F43FF1}"/>
              </a:ext>
            </a:extLst>
          </p:cNvPr>
          <p:cNvSpPr/>
          <p:nvPr/>
        </p:nvSpPr>
        <p:spPr bwMode="auto">
          <a:xfrm>
            <a:off x="6228412" y="2248388"/>
            <a:ext cx="374754" cy="197819"/>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Tree>
    <p:extLst>
      <p:ext uri="{BB962C8B-B14F-4D97-AF65-F5344CB8AC3E}">
        <p14:creationId xmlns:p14="http://schemas.microsoft.com/office/powerpoint/2010/main" val="74256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
            <a:extLst>
              <a:ext uri="{FF2B5EF4-FFF2-40B4-BE49-F238E27FC236}">
                <a16:creationId xmlns:a16="http://schemas.microsoft.com/office/drawing/2014/main" id="{7B029048-67C3-A918-CAA2-892F29EE8C53}"/>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45059" name="Picture 2">
            <a:extLst>
              <a:ext uri="{FF2B5EF4-FFF2-40B4-BE49-F238E27FC236}">
                <a16:creationId xmlns:a16="http://schemas.microsoft.com/office/drawing/2014/main" id="{63DAE3FD-9E1D-5CCD-F506-919ADDC34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823" y="1470025"/>
            <a:ext cx="11233150" cy="5387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Rectangle 1">
            <a:extLst>
              <a:ext uri="{FF2B5EF4-FFF2-40B4-BE49-F238E27FC236}">
                <a16:creationId xmlns:a16="http://schemas.microsoft.com/office/drawing/2014/main" id="{D0107135-4F0C-B303-5CFC-A15081B20693}"/>
              </a:ext>
            </a:extLst>
          </p:cNvPr>
          <p:cNvSpPr>
            <a:spLocks noGrp="1" noChangeArrowheads="1"/>
          </p:cNvSpPr>
          <p:nvPr>
            <p:ph type="title"/>
          </p:nvPr>
        </p:nvSpPr>
        <p:spPr>
          <a:xfrm>
            <a:off x="1041063" y="192817"/>
            <a:ext cx="4940012" cy="7350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s-MX" sz="3600" b="1" dirty="0" err="1"/>
              <a:t>Tabla</a:t>
            </a:r>
            <a:r>
              <a:rPr lang="en-US" altLang="es-MX" sz="3600" b="1" dirty="0"/>
              <a:t> de </a:t>
            </a:r>
            <a:r>
              <a:rPr lang="en-US" altLang="es-MX" sz="3600" b="1" dirty="0" err="1"/>
              <a:t>los</a:t>
            </a:r>
            <a:r>
              <a:rPr lang="en-US" altLang="es-MX" sz="3600" b="1" dirty="0"/>
              <a:t> </a:t>
            </a:r>
            <a:r>
              <a:rPr lang="en-US" altLang="es-MX" sz="3600" b="1" dirty="0" err="1"/>
              <a:t>Modelos</a:t>
            </a:r>
            <a:endParaRPr lang="es-MX" altLang="es-MX" sz="3600" b="1" dirty="0"/>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792603BE-CACA-6652-F52B-B2E61DFD824B}"/>
                  </a:ext>
                </a:extLst>
              </p:cNvPr>
              <p:cNvSpPr txBox="1"/>
              <p:nvPr/>
            </p:nvSpPr>
            <p:spPr>
              <a:xfrm>
                <a:off x="1528997" y="4904680"/>
                <a:ext cx="670505"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𝑞</m:t>
                          </m:r>
                        </m:e>
                      </m:d>
                    </m:oMath>
                  </m:oMathPara>
                </a14:m>
                <a:endParaRPr lang="es-MX" sz="2000" dirty="0"/>
              </a:p>
            </p:txBody>
          </p:sp>
        </mc:Choice>
        <mc:Fallback>
          <p:sp>
            <p:nvSpPr>
              <p:cNvPr id="3" name="CuadroTexto 2">
                <a:extLst>
                  <a:ext uri="{FF2B5EF4-FFF2-40B4-BE49-F238E27FC236}">
                    <a16:creationId xmlns:a16="http://schemas.microsoft.com/office/drawing/2014/main" id="{792603BE-CACA-6652-F52B-B2E61DFD824B}"/>
                  </a:ext>
                </a:extLst>
              </p:cNvPr>
              <p:cNvSpPr txBox="1">
                <a:spLocks noRot="1" noChangeAspect="1" noMove="1" noResize="1" noEditPoints="1" noAdjustHandles="1" noChangeArrowheads="1" noChangeShapeType="1" noTextEdit="1"/>
              </p:cNvSpPr>
              <p:nvPr/>
            </p:nvSpPr>
            <p:spPr>
              <a:xfrm>
                <a:off x="1528997" y="4904680"/>
                <a:ext cx="670505" cy="307777"/>
              </a:xfrm>
              <a:prstGeom prst="rect">
                <a:avLst/>
              </a:prstGeom>
              <a:blipFill>
                <a:blip r:embed="rId4"/>
                <a:stretch>
                  <a:fillRect b="-30000"/>
                </a:stretch>
              </a:blipFill>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a:extLst>
              <a:ext uri="{FF2B5EF4-FFF2-40B4-BE49-F238E27FC236}">
                <a16:creationId xmlns:a16="http://schemas.microsoft.com/office/drawing/2014/main" id="{BD971D41-F36B-D99A-DA36-998B3E84B572}"/>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Estimación </a:t>
            </a:r>
          </a:p>
        </p:txBody>
      </p:sp>
      <p:sp>
        <p:nvSpPr>
          <p:cNvPr id="47107" name="Text Box 2">
            <a:extLst>
              <a:ext uri="{FF2B5EF4-FFF2-40B4-BE49-F238E27FC236}">
                <a16:creationId xmlns:a16="http://schemas.microsoft.com/office/drawing/2014/main" id="{864BAFF4-88C3-4CB5-0A99-4D782F8B3AFD}"/>
              </a:ext>
            </a:extLst>
          </p:cNvPr>
          <p:cNvSpPr txBox="1">
            <a:spLocks noChangeArrowheads="1"/>
          </p:cNvSpPr>
          <p:nvPr/>
        </p:nvSpPr>
        <p:spPr bwMode="auto">
          <a:xfrm>
            <a:off x="668338" y="1465263"/>
            <a:ext cx="11080750" cy="470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criterio que suele utilizarse es obtener los parámetros de manera que la suma cuadrática de los errores sea lo menor posible. Sea el proceso </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ARIMA(</a:t>
            </a:r>
            <a:r>
              <a:rPr kumimoji="0" lang="es-MX" altLang="es-MX" sz="2400" b="0" i="1" u="none" strike="noStrike" kern="1200" cap="none" spc="0" normalizeH="0" baseline="0" noProof="0">
                <a:ln>
                  <a:noFill/>
                </a:ln>
                <a:solidFill>
                  <a:srgbClr val="000000"/>
                </a:solidFill>
                <a:effectLst/>
                <a:uLnTx/>
                <a:uFillTx/>
                <a:latin typeface="TimesNewRomanPS-ItalicMT" charset="0"/>
                <a:ea typeface="+mn-ea"/>
              </a:rPr>
              <a:t>p,d,q</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de la forma</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los errores del modelo pueden expresarse de la forma</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1" u="none" strike="noStrike" kern="1200" cap="none" spc="0" normalizeH="0" baseline="0" noProof="0">
                <a:ln>
                  <a:noFill/>
                </a:ln>
                <a:solidFill>
                  <a:srgbClr val="000000"/>
                </a:solidFill>
                <a:effectLst/>
                <a:uLnTx/>
                <a:uFillTx/>
                <a:latin typeface="TimesNewRomanPS-ItalicMT"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de forma que el objetivo es encontrar el vector de parámetros</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y </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que minimice la suma de cuadrados de los errores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a:extLst>
              <a:ext uri="{FF2B5EF4-FFF2-40B4-BE49-F238E27FC236}">
                <a16:creationId xmlns:a16="http://schemas.microsoft.com/office/drawing/2014/main" id="{8A9C45BD-3D57-1D7D-4BD4-7487C1480AF0}"/>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Nota</a:t>
            </a:r>
          </a:p>
        </p:txBody>
      </p:sp>
      <p:sp>
        <p:nvSpPr>
          <p:cNvPr id="49155" name="Text Box 2">
            <a:extLst>
              <a:ext uri="{FF2B5EF4-FFF2-40B4-BE49-F238E27FC236}">
                <a16:creationId xmlns:a16="http://schemas.microsoft.com/office/drawing/2014/main" id="{1BBEC6DB-B170-31EB-9AF1-B74BAAABD08A}"/>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 estimación es complicada ya que la ecuación es no lineal en los parámetros. Debemos, pues, utilizar un método iterativo de estimación no lineal, como por ejemplo el de Marquardt. Para comenzar el algoritmo necesitamos estimaciones preliminares de los parámetros, que se obtienen mediante el método de los momentos.</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a:extLst>
              <a:ext uri="{FF2B5EF4-FFF2-40B4-BE49-F238E27FC236}">
                <a16:creationId xmlns:a16="http://schemas.microsoft.com/office/drawing/2014/main" id="{84782B75-BEF0-E6F1-D23E-DFBE4A7804E3}"/>
              </a:ext>
            </a:extLst>
          </p:cNvPr>
          <p:cNvSpPr>
            <a:spLocks noGrp="1" noChangeArrowheads="1"/>
          </p:cNvSpPr>
          <p:nvPr>
            <p:ph type="title"/>
          </p:nvPr>
        </p:nvSpPr>
        <p:spPr>
          <a:xfrm>
            <a:off x="1011238" y="204788"/>
            <a:ext cx="10167937" cy="1179512"/>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Diagnostico y validación</a:t>
            </a:r>
          </a:p>
        </p:txBody>
      </p:sp>
      <p:sp>
        <p:nvSpPr>
          <p:cNvPr id="51203" name="Text Box 2">
            <a:extLst>
              <a:ext uri="{FF2B5EF4-FFF2-40B4-BE49-F238E27FC236}">
                <a16:creationId xmlns:a16="http://schemas.microsoft.com/office/drawing/2014/main" id="{E467351B-42E5-890C-C675-D0729E54E98C}"/>
              </a:ext>
            </a:extLst>
          </p:cNvPr>
          <p:cNvSpPr txBox="1">
            <a:spLocks noChangeArrowheads="1"/>
          </p:cNvSpPr>
          <p:nvPr/>
        </p:nvSpPr>
        <p:spPr bwMode="auto">
          <a:xfrm>
            <a:off x="677863" y="1228725"/>
            <a:ext cx="11001375" cy="554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300" b="0" i="0"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Sobreparametrización</a:t>
            </a: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resulta de ajustar un modelo de orden superior al elegido y comprobar si los parámetros son significativamente distintos de cero.</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Los residuos deben comportarse como ruido blanco, lo cual se comprobaría mediante las </a:t>
            </a:r>
            <a:r>
              <a:rPr kumimoji="0" lang="es-MX" altLang="es-MX" sz="23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funciones de autocorrelación de los residuos </a:t>
            </a: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a:t>
            </a:r>
            <a:r>
              <a:rPr kumimoji="0" lang="es-MX" altLang="es-MX" sz="2300" b="0" i="1"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y </a:t>
            </a: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Dichas funciones de autocorrelación deben ser nulas en todo su recorrido, excepto en cero. Por ello, una forma analítica de verificación pueden emplearse contrastes como el de Durbin-Watson (para la autocorrelación de primer orden) o el de Wallis (para la de cuarto orden). </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Test Box y Pierce (estadístico ), aplicados a los residuos, van encaminados a comprobar si los residuos obtenidos son consistentes con el supuesto de ruido blanco (aleatorios). Y para valores de  no muy grandes, </a:t>
            </a:r>
            <a:r>
              <a:rPr kumimoji="0" lang="es-MX" altLang="es-MX" sz="2300" b="0" i="0" u="none" strike="noStrike" kern="1200" cap="none" spc="0" normalizeH="0" baseline="0" noProof="0" dirty="0" err="1">
                <a:ln>
                  <a:noFill/>
                </a:ln>
                <a:solidFill>
                  <a:srgbClr val="000000"/>
                </a:solidFill>
                <a:effectLst/>
                <a:uLnTx/>
                <a:uFillTx/>
                <a:latin typeface="Neue Haas Grotesk Text Pro" panose="020B0504020202020204" pitchFamily="34" charset="0"/>
                <a:ea typeface="+mn-ea"/>
              </a:rPr>
              <a:t>Ljung</a:t>
            </a:r>
            <a:r>
              <a:rPr kumimoji="0" lang="es-MX" altLang="es-MX" sz="23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rPr>
              <a:t> y Box.</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18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400" b="0" i="0" u="none" strike="noStrike" kern="1200" cap="none" spc="0" normalizeH="0" baseline="0" noProof="0" dirty="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1">
            <a:extLst>
              <a:ext uri="{FF2B5EF4-FFF2-40B4-BE49-F238E27FC236}">
                <a16:creationId xmlns:a16="http://schemas.microsoft.com/office/drawing/2014/main" id="{9759A163-8402-7121-63F2-B91C2FD0677B}"/>
              </a:ext>
            </a:extLst>
          </p:cNvPr>
          <p:cNvSpPr txBox="1">
            <a:spLocks noChangeArrowheads="1"/>
          </p:cNvSpPr>
          <p:nvPr/>
        </p:nvSpPr>
        <p:spPr bwMode="auto">
          <a:xfrm>
            <a:off x="736600" y="206375"/>
            <a:ext cx="10545763" cy="596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a:t>
            </a:r>
            <a:r>
              <a:rPr kumimoji="0" lang="es-MX" altLang="es-MX" sz="25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periodograma de los residuos </a:t>
            </a: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debe presentar amplitudes destacables en casi toda la gama de frecuencias.</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Por otro lado, los modelos  deben cumplir las condiciones de estacionariedad e invertibilidad. Por tanto, si representamos el proceso  de la forma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5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y alguna de las raíces de las ecuaciones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y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5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es menor a uno en módulo, el modelo es rechazable</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6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Cuando decimos "módulo", nos referimos al </a:t>
            </a:r>
            <a:r>
              <a:rPr kumimoji="0" lang="es-MX" altLang="es-MX" sz="26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valor absoluto</a:t>
            </a:r>
            <a:r>
              <a:rPr kumimoji="0" lang="es-MX" altLang="es-MX" sz="26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de una raíz compleja (es decir, su distancia al origen en el plano complejo).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6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Si una raíz  de una ecuación polinómica tiene módulo menor que 1, entonces:</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6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a:extLst>
              <a:ext uri="{FF2B5EF4-FFF2-40B4-BE49-F238E27FC236}">
                <a16:creationId xmlns:a16="http://schemas.microsoft.com/office/drawing/2014/main" id="{1B618430-9F37-8835-160A-D8A673E21C71}"/>
              </a:ext>
            </a:extLst>
          </p:cNvPr>
          <p:cNvSpPr txBox="1">
            <a:spLocks noChangeArrowheads="1"/>
          </p:cNvSpPr>
          <p:nvPr/>
        </p:nvSpPr>
        <p:spPr bwMode="auto">
          <a:xfrm>
            <a:off x="639763" y="344488"/>
            <a:ext cx="11404600" cy="6513512"/>
          </a:xfrm>
          <a:prstGeom prst="rect">
            <a:avLst/>
          </a:prstGeom>
          <a:noFill/>
          <a:ln>
            <a:noFill/>
          </a:ln>
          <a:effec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¿por qué no debe pasar esto?</a:t>
            </a:r>
            <a:r>
              <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rPr>
              <a:t> </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rPr>
              <a:t>   Para que el proceso </a:t>
            </a: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ARMA sea estacionario, todas las raíces del polinomio autorregresivo</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deben tener módulo mayor que 1 (es decir, estar fuera del círculo unitario en el (plano complejo). </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rPr>
              <a:t>    Para que el proceso sea </a:t>
            </a:r>
            <a:r>
              <a:rPr kumimoji="0" lang="es-MX" altLang="es-MX" sz="3700" b="1" i="0" u="none" strike="noStrike" kern="1200" cap="none" spc="0" normalizeH="0" baseline="0" noProof="0">
                <a:ln>
                  <a:noFill/>
                </a:ln>
                <a:solidFill>
                  <a:srgbClr val="000000"/>
                </a:solidFill>
                <a:effectLst/>
                <a:uLnTx/>
                <a:uFillTx/>
                <a:latin typeface="Arial" panose="020B0604020202020204" pitchFamily="34" charset="0"/>
                <a:ea typeface="+mn-ea"/>
              </a:rPr>
              <a:t>invertible</a:t>
            </a:r>
            <a:r>
              <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rPr>
              <a:t>, lo mismo aplica a las raíces del polinomio de media móvil </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rPr>
              <a:t>   Si alguna de las raíces es menor igual a 1 en modulo, entonces el modelo</a:t>
            </a:r>
          </a:p>
          <a:p>
            <a:pPr marL="0" marR="0" lvl="0" indent="0" algn="l"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0" marR="0" lvl="0" indent="0" algn="l" defTabSz="914400" rtl="0" eaLnBrk="1" fontAlgn="base" latinLnBrk="0" hangingPunct="0">
              <a:lnSpc>
                <a:spcPct val="100000"/>
              </a:lnSpc>
              <a:spcBef>
                <a:spcPts val="13"/>
              </a:spcBef>
              <a:spcAft>
                <a:spcPts val="13"/>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No será estacionario (si es del AR),</a:t>
            </a:r>
          </a:p>
          <a:p>
            <a:pPr marL="0" marR="0" lvl="0" indent="0" algn="l" defTabSz="914400" rtl="0" eaLnBrk="1" fontAlgn="base" latinLnBrk="0" hangingPunct="0">
              <a:lnSpc>
                <a:spcPct val="100000"/>
              </a:lnSpc>
              <a:spcBef>
                <a:spcPts val="13"/>
              </a:spcBef>
              <a:spcAft>
                <a:spcPts val="13"/>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No será invertible (si es del MA),</a:t>
            </a:r>
          </a:p>
          <a:p>
            <a:pPr marL="0" marR="0" lvl="0" indent="0" algn="l" defTabSz="914400" rtl="0" eaLnBrk="1" fontAlgn="base" latinLnBrk="0" hangingPunct="0">
              <a:lnSpc>
                <a:spcPct val="100000"/>
              </a:lnSpc>
              <a:spcBef>
                <a:spcPts val="13"/>
              </a:spcBef>
              <a:spcAft>
                <a:spcPts val="13"/>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Tendrá </a:t>
            </a:r>
            <a:r>
              <a:rPr kumimoji="0" lang="es-MX" altLang="es-MX" sz="37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explosiones</a:t>
            </a: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o </a:t>
            </a:r>
            <a:r>
              <a:rPr kumimoji="0" lang="es-MX" altLang="es-MX" sz="37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comportamientos inestables</a:t>
            </a: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a:t>
            </a:r>
          </a:p>
          <a:p>
            <a:pPr marL="0" marR="0" lvl="0" indent="0" algn="l" defTabSz="914400" rtl="0" eaLnBrk="1" fontAlgn="base" latinLnBrk="0" hangingPunct="0">
              <a:lnSpc>
                <a:spcPct val="100000"/>
              </a:lnSpc>
              <a:spcBef>
                <a:spcPts val="13"/>
              </a:spcBef>
              <a:spcAft>
                <a:spcPts val="13"/>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37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No se podrá reescribir como una combinación finita/infinita de ruido blanco con coeficientes convergentes.</a:t>
            </a:r>
          </a:p>
          <a:p>
            <a:pPr marL="228600" marR="0" lvl="0" indent="-228600" algn="just" defTabSz="914400" rtl="0" eaLnBrk="1" fontAlgn="base" latinLnBrk="0" hangingPunct="1">
              <a:lnSpc>
                <a:spcPct val="110000"/>
              </a:lnSpc>
              <a:spcBef>
                <a:spcPts val="1013"/>
              </a:spcBef>
              <a:spcAft>
                <a:spcPts val="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3700" b="0" i="0" u="none" strike="noStrike" kern="1200" cap="none" spc="0" normalizeH="0" baseline="0" noProof="0">
              <a:ln>
                <a:noFill/>
              </a:ln>
              <a:solidFill>
                <a:srgbClr val="000000"/>
              </a:solidFill>
              <a:effectLst/>
              <a:uLnTx/>
              <a:uFillTx/>
              <a:latin typeface="Arial" panose="020B0604020202020204" pitchFamily="34" charset="0"/>
              <a:ea typeface="+mn-ea"/>
            </a:endParaRPr>
          </a:p>
          <a:p>
            <a:pPr marL="228600" marR="0" lvl="0" indent="-228600" algn="just" defTabSz="914400" rtl="0" eaLnBrk="1" fontAlgn="base" latinLnBrk="0" hangingPunct="1">
              <a:lnSpc>
                <a:spcPct val="110000"/>
              </a:lnSpc>
              <a:spcBef>
                <a:spcPts val="1013"/>
              </a:spcBef>
              <a:spcAft>
                <a:spcPts val="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a:extLst>
              <a:ext uri="{FF2B5EF4-FFF2-40B4-BE49-F238E27FC236}">
                <a16:creationId xmlns:a16="http://schemas.microsoft.com/office/drawing/2014/main" id="{CB6420E6-DA9B-2600-11B0-F14EC9EE2F6D}"/>
              </a:ext>
            </a:extLst>
          </p:cNvPr>
          <p:cNvSpPr>
            <a:spLocks noChangeArrowheads="1"/>
          </p:cNvSpPr>
          <p:nvPr/>
        </p:nvSpPr>
        <p:spPr bwMode="auto">
          <a:xfrm>
            <a:off x="879475" y="738188"/>
            <a:ext cx="10348913" cy="484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Si alguna de las raíces de la ecuación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es muy próxima a la unidad, la serie original puede estar subdiferenciada y precisará alguna diferenciación adicional.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Si alguna de las raíces de la ecuación</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1" u="none" strike="noStrike" kern="1200" cap="none" spc="0" normalizeH="0" baseline="0" noProof="0">
                <a:ln>
                  <a:noFill/>
                </a:ln>
                <a:solidFill>
                  <a:srgbClr val="000000"/>
                </a:solidFill>
                <a:effectLst/>
                <a:uLnTx/>
                <a:uFillTx/>
                <a:latin typeface="TimesNewRomanPS-ItalicMT" charset="0"/>
                <a:ea typeface="+mn-ea"/>
              </a:rPr>
              <a:t>					v</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a:t>
            </a:r>
            <a:r>
              <a:rPr kumimoji="0" lang="es-MX" altLang="es-MX" sz="2400" b="0" i="1" u="none" strike="noStrike" kern="1200" cap="none" spc="0" normalizeH="0" baseline="0" noProof="0">
                <a:ln>
                  <a:noFill/>
                </a:ln>
                <a:solidFill>
                  <a:srgbClr val="000000"/>
                </a:solidFill>
                <a:effectLst/>
                <a:uLnTx/>
                <a:uFillTx/>
                <a:latin typeface="TimesNewRomanPS-ItalicMT" charset="0"/>
                <a:ea typeface="+mn-ea"/>
              </a:rPr>
              <a:t>B</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 0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es muy próxima a la unidad, la serie original puede estar sobrediferenciada.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Si coincide una raíz de ambas ecuaciones, se puede cancelar un orden en el proceso, pasando a un</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 </a:t>
            </a:r>
          </a:p>
          <a:p>
            <a:pPr marL="0" marR="0" lvl="0" indent="0" algn="just"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TimesNewRomanPSMT" charset="0"/>
                <a:ea typeface="+mn-ea"/>
              </a:rPr>
              <a:t>.</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a:extLst>
              <a:ext uri="{FF2B5EF4-FFF2-40B4-BE49-F238E27FC236}">
                <a16:creationId xmlns:a16="http://schemas.microsoft.com/office/drawing/2014/main" id="{6F8B3A84-F6E0-52CD-C813-029FB1F7837F}"/>
              </a:ext>
            </a:extLst>
          </p:cNvPr>
          <p:cNvSpPr>
            <a:spLocks noGrp="1" noChangeArrowheads="1"/>
          </p:cNvSpPr>
          <p:nvPr>
            <p:ph type="title"/>
          </p:nvPr>
        </p:nvSpPr>
        <p:spPr>
          <a:xfrm>
            <a:off x="1116013" y="549275"/>
            <a:ext cx="10167937" cy="1179513"/>
          </a:xfrm>
        </p:spPr>
        <p:txBody>
          <a:bodyPr/>
          <a:lstStyle/>
          <a:p>
            <a:pPr eaLnBrk="1" hangingPunct="1"/>
            <a:endParaRPr lang="es-MX" altLang="es-MX"/>
          </a:p>
        </p:txBody>
      </p:sp>
      <p:sp>
        <p:nvSpPr>
          <p:cNvPr id="59395" name="Text Box 2">
            <a:extLst>
              <a:ext uri="{FF2B5EF4-FFF2-40B4-BE49-F238E27FC236}">
                <a16:creationId xmlns:a16="http://schemas.microsoft.com/office/drawing/2014/main" id="{E3A1D476-9CA1-F829-1BEA-B38DCA633E1A}"/>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59396" name="Picture 3">
            <a:extLst>
              <a:ext uri="{FF2B5EF4-FFF2-40B4-BE49-F238E27FC236}">
                <a16:creationId xmlns:a16="http://schemas.microsoft.com/office/drawing/2014/main" id="{AA93661E-168F-FC22-7FAB-860711884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49213"/>
            <a:ext cx="7981950" cy="67579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a:extLst>
              <a:ext uri="{FF2B5EF4-FFF2-40B4-BE49-F238E27FC236}">
                <a16:creationId xmlns:a16="http://schemas.microsoft.com/office/drawing/2014/main" id="{79C29230-B526-30E5-8B2F-1D19FF8ABBC6}"/>
              </a:ext>
            </a:extLst>
          </p:cNvPr>
          <p:cNvSpPr>
            <a:spLocks noGrp="1" noChangeArrowheads="1"/>
          </p:cNvSpPr>
          <p:nvPr>
            <p:ph type="title"/>
          </p:nvPr>
        </p:nvSpPr>
        <p:spPr>
          <a:xfrm>
            <a:off x="1116013" y="549275"/>
            <a:ext cx="10167937" cy="1179513"/>
          </a:xfrm>
        </p:spPr>
        <p:txBody>
          <a:bodyPr/>
          <a:lstStyle/>
          <a:p>
            <a:pPr eaLnBrk="1" hangingPunct="1"/>
            <a:endParaRPr lang="es-MX" altLang="es-MX"/>
          </a:p>
        </p:txBody>
      </p:sp>
      <p:sp>
        <p:nvSpPr>
          <p:cNvPr id="61443" name="Text Box 2">
            <a:extLst>
              <a:ext uri="{FF2B5EF4-FFF2-40B4-BE49-F238E27FC236}">
                <a16:creationId xmlns:a16="http://schemas.microsoft.com/office/drawing/2014/main" id="{4C139014-5EE0-B27F-376E-1762BCA03F9D}"/>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61444" name="Picture 3">
            <a:extLst>
              <a:ext uri="{FF2B5EF4-FFF2-40B4-BE49-F238E27FC236}">
                <a16:creationId xmlns:a16="http://schemas.microsoft.com/office/drawing/2014/main" id="{4FD288E0-E0FB-D611-3540-C247A17C3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14325"/>
            <a:ext cx="11550650" cy="6248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a:extLst>
              <a:ext uri="{FF2B5EF4-FFF2-40B4-BE49-F238E27FC236}">
                <a16:creationId xmlns:a16="http://schemas.microsoft.com/office/drawing/2014/main" id="{0FB6BA5D-2AEB-5528-A667-9F82F6EBF48E}"/>
              </a:ext>
            </a:extLst>
          </p:cNvPr>
          <p:cNvSpPr>
            <a:spLocks noGrp="1" noChangeArrowheads="1"/>
          </p:cNvSpPr>
          <p:nvPr>
            <p:ph type="title"/>
          </p:nvPr>
        </p:nvSpPr>
        <p:spPr>
          <a:xfrm>
            <a:off x="1116013" y="549275"/>
            <a:ext cx="10167937" cy="1179513"/>
          </a:xfrm>
        </p:spPr>
        <p:txBody>
          <a:bodyPr/>
          <a:lstStyle/>
          <a:p>
            <a:pPr eaLnBrk="1" hangingPunct="1"/>
            <a:endParaRPr lang="es-MX" altLang="es-MX"/>
          </a:p>
        </p:txBody>
      </p:sp>
      <p:sp>
        <p:nvSpPr>
          <p:cNvPr id="63491" name="Text Box 2">
            <a:extLst>
              <a:ext uri="{FF2B5EF4-FFF2-40B4-BE49-F238E27FC236}">
                <a16:creationId xmlns:a16="http://schemas.microsoft.com/office/drawing/2014/main" id="{14F4C0F3-2481-B601-D2D8-BD449C9067D8}"/>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círculo unitario complejo es el conjunto de todos los números complejos tales que su módulo es uno</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a:extLst>
              <a:ext uri="{FF2B5EF4-FFF2-40B4-BE49-F238E27FC236}">
                <a16:creationId xmlns:a16="http://schemas.microsoft.com/office/drawing/2014/main" id="{5C33A5DF-2FA3-1347-F6C4-2AA2B5F2A460}"/>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Predicción</a:t>
            </a:r>
          </a:p>
        </p:txBody>
      </p:sp>
      <p:sp>
        <p:nvSpPr>
          <p:cNvPr id="65539" name="Text Box 2">
            <a:extLst>
              <a:ext uri="{FF2B5EF4-FFF2-40B4-BE49-F238E27FC236}">
                <a16:creationId xmlns:a16="http://schemas.microsoft.com/office/drawing/2014/main" id="{4444DA00-3C8E-44C2-441D-DE942F87C6CD}"/>
              </a:ext>
            </a:extLst>
          </p:cNvPr>
          <p:cNvSpPr txBox="1">
            <a:spLocks noChangeArrowheads="1"/>
          </p:cNvSpPr>
          <p:nvPr/>
        </p:nvSpPr>
        <p:spPr bwMode="auto">
          <a:xfrm>
            <a:off x="727075" y="1416050"/>
            <a:ext cx="10834688" cy="475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Los modelos ARIMA proporcionan no solamente una predicción puntual, sino la distribución de probabilidad completa para los valores futuros de la serie.</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Considerando una predicción óptima a aquélla con un error cuadrático medio de predicción mínimo, trataríamos de elegir nuestra predicción a horizonte , , tal que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fuese mínimo. </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En general (ejercicio 1 de series de tiempo), demostrar que dicha predicción viene dada por la esperanza condicionada de , es decir:</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3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a:extLst>
              <a:ext uri="{FF2B5EF4-FFF2-40B4-BE49-F238E27FC236}">
                <a16:creationId xmlns:a16="http://schemas.microsoft.com/office/drawing/2014/main" id="{9FA3AF74-E3DC-B9EE-E162-648F9CD35777}"/>
              </a:ext>
            </a:extLst>
          </p:cNvPr>
          <p:cNvSpPr>
            <a:spLocks noGrp="1" noChangeArrowheads="1"/>
          </p:cNvSpPr>
          <p:nvPr>
            <p:ph type="title"/>
          </p:nvPr>
        </p:nvSpPr>
        <p:spPr>
          <a:xfrm>
            <a:off x="1011238" y="147638"/>
            <a:ext cx="10167937" cy="784225"/>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Estacionariedad</a:t>
            </a:r>
          </a:p>
        </p:txBody>
      </p:sp>
      <p:sp>
        <p:nvSpPr>
          <p:cNvPr id="67587" name="Text Box 2">
            <a:extLst>
              <a:ext uri="{FF2B5EF4-FFF2-40B4-BE49-F238E27FC236}">
                <a16:creationId xmlns:a16="http://schemas.microsoft.com/office/drawing/2014/main" id="{48105F89-007C-D044-1FA9-E348D2519359}"/>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67588" name="Picture 3">
            <a:extLst>
              <a:ext uri="{FF2B5EF4-FFF2-40B4-BE49-F238E27FC236}">
                <a16:creationId xmlns:a16="http://schemas.microsoft.com/office/drawing/2014/main" id="{F95DDBE0-FA26-26B6-27E5-C281953E1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735013"/>
            <a:ext cx="9299575" cy="30845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7589" name="Picture 4">
            <a:extLst>
              <a:ext uri="{FF2B5EF4-FFF2-40B4-BE49-F238E27FC236}">
                <a16:creationId xmlns:a16="http://schemas.microsoft.com/office/drawing/2014/main" id="{ADC13951-6F01-38B5-16FA-BB92626025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6213" y="3832225"/>
            <a:ext cx="9463087" cy="30210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a:extLst>
              <a:ext uri="{FF2B5EF4-FFF2-40B4-BE49-F238E27FC236}">
                <a16:creationId xmlns:a16="http://schemas.microsoft.com/office/drawing/2014/main" id="{E5E6B6CD-C70A-4F65-27E5-4603A227219B}"/>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Ejercicio: ¿Hay estacionariedad? </a:t>
            </a:r>
          </a:p>
        </p:txBody>
      </p:sp>
      <p:sp>
        <p:nvSpPr>
          <p:cNvPr id="69635" name="Text Box 2">
            <a:extLst>
              <a:ext uri="{FF2B5EF4-FFF2-40B4-BE49-F238E27FC236}">
                <a16:creationId xmlns:a16="http://schemas.microsoft.com/office/drawing/2014/main" id="{19378AD4-4044-B501-8BE7-EF4EDF21E3C0}"/>
              </a:ext>
            </a:extLst>
          </p:cNvPr>
          <p:cNvSpPr txBox="1">
            <a:spLocks noChangeArrowheads="1"/>
          </p:cNvSpPr>
          <p:nvPr/>
        </p:nvSpPr>
        <p:spPr bwMode="auto">
          <a:xfrm>
            <a:off x="1116013" y="2478088"/>
            <a:ext cx="10167937" cy="369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p:txBody>
      </p:sp>
      <p:pic>
        <p:nvPicPr>
          <p:cNvPr id="69636" name="Picture 3">
            <a:extLst>
              <a:ext uri="{FF2B5EF4-FFF2-40B4-BE49-F238E27FC236}">
                <a16:creationId xmlns:a16="http://schemas.microsoft.com/office/drawing/2014/main" id="{0AD4F44F-B624-1368-AE08-6EEA1963B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50" y="2478088"/>
            <a:ext cx="9883775" cy="30257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a:extLst>
              <a:ext uri="{FF2B5EF4-FFF2-40B4-BE49-F238E27FC236}">
                <a16:creationId xmlns:a16="http://schemas.microsoft.com/office/drawing/2014/main" id="{AD37D0AE-950C-435D-A32A-0FC4B0B790B5}"/>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¿cómo detectarla?</a:t>
            </a:r>
          </a:p>
        </p:txBody>
      </p:sp>
      <p:pic>
        <p:nvPicPr>
          <p:cNvPr id="71683" name="Picture 2">
            <a:extLst>
              <a:ext uri="{FF2B5EF4-FFF2-40B4-BE49-F238E27FC236}">
                <a16:creationId xmlns:a16="http://schemas.microsoft.com/office/drawing/2014/main" id="{F1D67A34-EB68-B57A-58B8-8F4E05CC6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775" y="1985963"/>
            <a:ext cx="6892925" cy="14843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84" name="Picture 3">
            <a:extLst>
              <a:ext uri="{FF2B5EF4-FFF2-40B4-BE49-F238E27FC236}">
                <a16:creationId xmlns:a16="http://schemas.microsoft.com/office/drawing/2014/main" id="{C4BC041B-F44F-7FDB-967D-A6564F9F4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4775" y="4059238"/>
            <a:ext cx="6223000" cy="23066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685" name="Line 4">
            <a:extLst>
              <a:ext uri="{FF2B5EF4-FFF2-40B4-BE49-F238E27FC236}">
                <a16:creationId xmlns:a16="http://schemas.microsoft.com/office/drawing/2014/main" id="{23295146-4D47-4065-F300-1198532A517C}"/>
              </a:ext>
            </a:extLst>
          </p:cNvPr>
          <p:cNvSpPr>
            <a:spLocks noChangeShapeType="1"/>
          </p:cNvSpPr>
          <p:nvPr/>
        </p:nvSpPr>
        <p:spPr bwMode="auto">
          <a:xfrm>
            <a:off x="806450" y="3725863"/>
            <a:ext cx="8662988" cy="1587"/>
          </a:xfrm>
          <a:prstGeom prst="line">
            <a:avLst/>
          </a:prstGeom>
          <a:noFill/>
          <a:ln w="6480">
            <a:solidFill>
              <a:srgbClr val="C79784"/>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1686" name="Rectangle 5">
            <a:extLst>
              <a:ext uri="{FF2B5EF4-FFF2-40B4-BE49-F238E27FC236}">
                <a16:creationId xmlns:a16="http://schemas.microsoft.com/office/drawing/2014/main" id="{9B7D8300-A7C5-F38F-2A6C-19D8C2DF53B6}"/>
              </a:ext>
            </a:extLst>
          </p:cNvPr>
          <p:cNvSpPr>
            <a:spLocks noChangeArrowheads="1"/>
          </p:cNvSpPr>
          <p:nvPr/>
        </p:nvSpPr>
        <p:spPr bwMode="auto">
          <a:xfrm>
            <a:off x="806450" y="2192338"/>
            <a:ext cx="471488"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p>
            <a:pPr marL="0" marR="0" lvl="0" indent="0" algn="l"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a)</a:t>
            </a:r>
          </a:p>
        </p:txBody>
      </p:sp>
      <p:sp>
        <p:nvSpPr>
          <p:cNvPr id="71687" name="Rectangle 6">
            <a:extLst>
              <a:ext uri="{FF2B5EF4-FFF2-40B4-BE49-F238E27FC236}">
                <a16:creationId xmlns:a16="http://schemas.microsoft.com/office/drawing/2014/main" id="{683EC33F-05AA-3BB3-A294-CF8AA866D68F}"/>
              </a:ext>
            </a:extLst>
          </p:cNvPr>
          <p:cNvSpPr>
            <a:spLocks noChangeArrowheads="1"/>
          </p:cNvSpPr>
          <p:nvPr/>
        </p:nvSpPr>
        <p:spPr bwMode="auto">
          <a:xfrm>
            <a:off x="717550" y="4191000"/>
            <a:ext cx="471488"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p>
            <a:pPr marL="0" marR="0" lvl="0" indent="0" algn="l"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b)</a:t>
            </a:r>
          </a:p>
        </p:txBody>
      </p:sp>
      <p:sp>
        <p:nvSpPr>
          <p:cNvPr id="71688" name="Rectangle 7">
            <a:extLst>
              <a:ext uri="{FF2B5EF4-FFF2-40B4-BE49-F238E27FC236}">
                <a16:creationId xmlns:a16="http://schemas.microsoft.com/office/drawing/2014/main" id="{40289094-0DFB-1D2F-A2B5-43EA6B7F448B}"/>
              </a:ext>
            </a:extLst>
          </p:cNvPr>
          <p:cNvSpPr>
            <a:spLocks noChangeArrowheads="1"/>
          </p:cNvSpPr>
          <p:nvPr/>
        </p:nvSpPr>
        <p:spPr bwMode="auto">
          <a:xfrm>
            <a:off x="8269288" y="1138238"/>
            <a:ext cx="3452812" cy="584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chemeClr val="tx1"/>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Recuerda, se divide el campo de variación total de la serie en varios intervalos calculándose para cada uno de ellos la media y la varianza. Si existe estacionalidad se</a:t>
            </a:r>
          </a:p>
          <a:p>
            <a:pPr marL="0" marR="0" lvl="0" indent="0" algn="l"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toma como longitud del intervalo la del período estacional. Para ver si la serie es </a:t>
            </a:r>
            <a:r>
              <a:rPr kumimoji="0" lang="es-MX" altLang="es-MX" sz="18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estacionaria en media </a:t>
            </a: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basta comprobar que las medias de los intervalos no fluctúen mucho. Para ver si la serie es </a:t>
            </a:r>
            <a:r>
              <a:rPr kumimoji="0" lang="es-MX" altLang="es-MX" sz="18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estacionaria en varianza </a:t>
            </a: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basta comprobar que las varianzas de los intervalos son estables (no cambian bruscamente) y se mantienen en una franja estrecha.</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1">
            <a:extLst>
              <a:ext uri="{FF2B5EF4-FFF2-40B4-BE49-F238E27FC236}">
                <a16:creationId xmlns:a16="http://schemas.microsoft.com/office/drawing/2014/main" id="{0132C381-03C1-CA2B-6991-8F6457C06909}"/>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3731" name="Rectangle 2">
            <a:extLst>
              <a:ext uri="{FF2B5EF4-FFF2-40B4-BE49-F238E27FC236}">
                <a16:creationId xmlns:a16="http://schemas.microsoft.com/office/drawing/2014/main" id="{B5D38F5F-AC27-5138-C429-B4577F124799}"/>
              </a:ext>
            </a:extLst>
          </p:cNvPr>
          <p:cNvSpPr>
            <a:spLocks noChangeArrowheads="1"/>
          </p:cNvSpPr>
          <p:nvPr/>
        </p:nvSpPr>
        <p:spPr bwMode="auto">
          <a:xfrm>
            <a:off x="558800" y="0"/>
            <a:ext cx="11166475" cy="2019300"/>
          </a:xfrm>
          <a:prstGeom prst="rect">
            <a:avLst/>
          </a:prstGeom>
          <a:solidFill>
            <a:srgbClr val="FFFFFF"/>
          </a:solidFill>
          <a:ln w="12600">
            <a:solidFill>
              <a:srgbClr val="E4F0EF"/>
            </a:solidFill>
            <a:miter lim="800000"/>
            <a:headEnd/>
            <a:tailEnd/>
          </a:ln>
          <a:effectLst>
            <a:outerShdw dist="37675" dir="2700000" algn="ctr" rotWithShape="0">
              <a:srgbClr val="D9D9D9">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3732" name="Rectangle 3">
            <a:extLst>
              <a:ext uri="{FF2B5EF4-FFF2-40B4-BE49-F238E27FC236}">
                <a16:creationId xmlns:a16="http://schemas.microsoft.com/office/drawing/2014/main" id="{ACC0532B-80F0-1938-2E82-B76188C00561}"/>
              </a:ext>
            </a:extLst>
          </p:cNvPr>
          <p:cNvSpPr>
            <a:spLocks noChangeArrowheads="1"/>
          </p:cNvSpPr>
          <p:nvPr/>
        </p:nvSpPr>
        <p:spPr bwMode="auto">
          <a:xfrm>
            <a:off x="566738" y="0"/>
            <a:ext cx="11155362" cy="2011363"/>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3733" name="Rectangle 4">
            <a:extLst>
              <a:ext uri="{FF2B5EF4-FFF2-40B4-BE49-F238E27FC236}">
                <a16:creationId xmlns:a16="http://schemas.microsoft.com/office/drawing/2014/main" id="{1E247286-1360-29EC-1B0C-F6252268BD99}"/>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Detección por medio de</a:t>
            </a:r>
          </a:p>
        </p:txBody>
      </p:sp>
      <p:sp>
        <p:nvSpPr>
          <p:cNvPr id="73734" name="Rectangle 5">
            <a:extLst>
              <a:ext uri="{FF2B5EF4-FFF2-40B4-BE49-F238E27FC236}">
                <a16:creationId xmlns:a16="http://schemas.microsoft.com/office/drawing/2014/main" id="{8A09A588-B206-7E1C-08B5-EE768629A966}"/>
              </a:ext>
            </a:extLst>
          </p:cNvPr>
          <p:cNvSpPr>
            <a:spLocks noChangeArrowheads="1"/>
          </p:cNvSpPr>
          <p:nvPr/>
        </p:nvSpPr>
        <p:spPr bwMode="auto">
          <a:xfrm>
            <a:off x="498475" y="771525"/>
            <a:ext cx="128588"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73735" name="Picture 6">
            <a:extLst>
              <a:ext uri="{FF2B5EF4-FFF2-40B4-BE49-F238E27FC236}">
                <a16:creationId xmlns:a16="http://schemas.microsoft.com/office/drawing/2014/main" id="{53EF1B0E-38EE-7B3F-BBAF-F5B0F55B75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685"/>
          <a:stretch>
            <a:fillRect/>
          </a:stretch>
        </p:blipFill>
        <p:spPr bwMode="auto">
          <a:xfrm>
            <a:off x="908050" y="2478088"/>
            <a:ext cx="6008688" cy="3694112"/>
          </a:xfrm>
          <a:prstGeom prst="rect">
            <a:avLst/>
          </a:prstGeom>
          <a:noFill/>
          <a:ln>
            <a:noFill/>
          </a:ln>
          <a:effectLst/>
          <a:extLst>
            <a:ext uri="{909E8E84-426E-40DD-AFC4-6F175D3DCCD1}">
              <a14:hiddenFill xmlns:a14="http://schemas.microsoft.com/office/drawing/2010/main">
                <a:blipFill dpi="0" rotWithShape="0">
                  <a:blip/>
                  <a:srcRect b="1685"/>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3736" name="Text Box 7">
            <a:extLst>
              <a:ext uri="{FF2B5EF4-FFF2-40B4-BE49-F238E27FC236}">
                <a16:creationId xmlns:a16="http://schemas.microsoft.com/office/drawing/2014/main" id="{9BA09F22-C050-7845-C3F2-B522DB0ECDED}"/>
              </a:ext>
            </a:extLst>
          </p:cNvPr>
          <p:cNvSpPr txBox="1">
            <a:spLocks noChangeArrowheads="1"/>
          </p:cNvSpPr>
          <p:nvPr/>
        </p:nvSpPr>
        <p:spPr bwMode="auto">
          <a:xfrm>
            <a:off x="6754813" y="1308100"/>
            <a:ext cx="5221287" cy="486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0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Nuevamente recurriremos ( como en la primera sección: series de tiempo modelación determinista), a las </a:t>
            </a:r>
            <a:r>
              <a:rPr kumimoji="0" lang="es-MX" altLang="es-MX" sz="22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FAC</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y </a:t>
            </a:r>
            <a:r>
              <a:rPr kumimoji="0" lang="es-MX" altLang="es-MX" sz="22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FACP</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de la serie se puede modelar si es estacionaria en media y en varianza. Ejemplo conceptual: habrá un valor significativo de  (FAC) hasta el rezago  y se trunca a partir de este. Por ejemplo, si  y , entonces la FAC se trunca o corta a partir de 2, como se aprecia en la gráfica:</a:t>
            </a:r>
          </a:p>
          <a:p>
            <a:pPr marL="228600" marR="0" lvl="0" indent="-228600" algn="l" defTabSz="914400" rtl="0" eaLnBrk="1" fontAlgn="base" latinLnBrk="0" hangingPunct="1">
              <a:lnSpc>
                <a:spcPct val="10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1">
            <a:extLst>
              <a:ext uri="{FF2B5EF4-FFF2-40B4-BE49-F238E27FC236}">
                <a16:creationId xmlns:a16="http://schemas.microsoft.com/office/drawing/2014/main" id="{94A9EE22-5B73-4669-DDE6-3735FC885A6B}"/>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5779" name="Rectangle 2">
            <a:extLst>
              <a:ext uri="{FF2B5EF4-FFF2-40B4-BE49-F238E27FC236}">
                <a16:creationId xmlns:a16="http://schemas.microsoft.com/office/drawing/2014/main" id="{A0BC05D8-BDBA-B1CA-ED0C-290F00498F76}"/>
              </a:ext>
            </a:extLst>
          </p:cNvPr>
          <p:cNvSpPr>
            <a:spLocks noChangeArrowheads="1"/>
          </p:cNvSpPr>
          <p:nvPr/>
        </p:nvSpPr>
        <p:spPr bwMode="auto">
          <a:xfrm>
            <a:off x="554038" y="288925"/>
            <a:ext cx="11166475" cy="2089150"/>
          </a:xfrm>
          <a:prstGeom prst="rect">
            <a:avLst/>
          </a:prstGeom>
          <a:solidFill>
            <a:srgbClr val="FFFFFF"/>
          </a:solidFill>
          <a:ln w="12600">
            <a:solidFill>
              <a:srgbClr val="E4F0EF"/>
            </a:solidFill>
            <a:miter lim="800000"/>
            <a:headEnd/>
            <a:tailEnd/>
          </a:ln>
          <a:effectLst>
            <a:outerShdw dist="37675" dir="2700000" algn="ctr" rotWithShape="0">
              <a:srgbClr val="BCC5CA">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5780" name="Rectangle 3">
            <a:extLst>
              <a:ext uri="{FF2B5EF4-FFF2-40B4-BE49-F238E27FC236}">
                <a16:creationId xmlns:a16="http://schemas.microsoft.com/office/drawing/2014/main" id="{83DB8DB9-1807-4C67-CE3C-F1B4D9A05869}"/>
              </a:ext>
            </a:extLst>
          </p:cNvPr>
          <p:cNvSpPr>
            <a:spLocks noGrp="1" noChangeArrowheads="1"/>
          </p:cNvSpPr>
          <p:nvPr>
            <p:ph type="title"/>
          </p:nvPr>
        </p:nvSpPr>
        <p:spPr>
          <a:xfrm>
            <a:off x="841375" y="509588"/>
            <a:ext cx="3300413" cy="1330325"/>
          </a:xfrm>
        </p:spPr>
        <p:txBody>
          <a:bodyPr/>
          <a:lstStyle/>
          <a:p>
            <a:pPr eaLnBrk="1" hangingPunct="1">
              <a:lnSpc>
                <a:spcPct val="90000"/>
              </a:lnSpc>
              <a:tabLst>
                <a:tab pos="914400" algn="l"/>
                <a:tab pos="1828800" algn="l"/>
                <a:tab pos="2743200" algn="l"/>
              </a:tabLst>
            </a:pPr>
            <a:r>
              <a:rPr lang="es-MX" altLang="es-MX" sz="2800" b="1"/>
              <a:t>La FAC decae:</a:t>
            </a:r>
          </a:p>
        </p:txBody>
      </p:sp>
      <p:sp>
        <p:nvSpPr>
          <p:cNvPr id="75781" name="Rectangle 4">
            <a:extLst>
              <a:ext uri="{FF2B5EF4-FFF2-40B4-BE49-F238E27FC236}">
                <a16:creationId xmlns:a16="http://schemas.microsoft.com/office/drawing/2014/main" id="{7DBC51F1-2B8F-3852-0D91-8B76D6BA0B88}"/>
              </a:ext>
            </a:extLst>
          </p:cNvPr>
          <p:cNvSpPr>
            <a:spLocks noChangeArrowheads="1"/>
          </p:cNvSpPr>
          <p:nvPr/>
        </p:nvSpPr>
        <p:spPr bwMode="auto">
          <a:xfrm>
            <a:off x="490538" y="981075"/>
            <a:ext cx="128587"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5782" name="Rectangle 5">
            <a:extLst>
              <a:ext uri="{FF2B5EF4-FFF2-40B4-BE49-F238E27FC236}">
                <a16:creationId xmlns:a16="http://schemas.microsoft.com/office/drawing/2014/main" id="{724C8EB2-2AEA-CE86-EE40-541A7B9479AC}"/>
              </a:ext>
            </a:extLst>
          </p:cNvPr>
          <p:cNvSpPr>
            <a:spLocks noChangeArrowheads="1"/>
          </p:cNvSpPr>
          <p:nvPr/>
        </p:nvSpPr>
        <p:spPr bwMode="auto">
          <a:xfrm rot="5400000">
            <a:off x="3603625" y="1328738"/>
            <a:ext cx="1462087" cy="7938"/>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75783" name="Text Box 6">
            <a:extLst>
              <a:ext uri="{FF2B5EF4-FFF2-40B4-BE49-F238E27FC236}">
                <a16:creationId xmlns:a16="http://schemas.microsoft.com/office/drawing/2014/main" id="{595343BD-0F9F-FF1B-7D32-CC34A558F98D}"/>
              </a:ext>
            </a:extLst>
          </p:cNvPr>
          <p:cNvSpPr txBox="1">
            <a:spLocks noChangeArrowheads="1"/>
          </p:cNvSpPr>
          <p:nvPr/>
        </p:nvSpPr>
        <p:spPr bwMode="auto">
          <a:xfrm>
            <a:off x="4564063" y="342900"/>
            <a:ext cx="6858000" cy="164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Exponencialmente</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Seno amortiguadamente</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Lst>
              <a:defRPr/>
            </a:pPr>
            <a:r>
              <a:rPr kumimoji="0" lang="es-MX" altLang="es-MX" sz="18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Combinación de las dos anteriores</a:t>
            </a:r>
          </a:p>
        </p:txBody>
      </p:sp>
      <p:pic>
        <p:nvPicPr>
          <p:cNvPr id="75784" name="Picture 7">
            <a:extLst>
              <a:ext uri="{FF2B5EF4-FFF2-40B4-BE49-F238E27FC236}">
                <a16:creationId xmlns:a16="http://schemas.microsoft.com/office/drawing/2014/main" id="{3E7ECEC1-C8DC-1561-113C-4CD5D0443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8" y="1922463"/>
            <a:ext cx="3917950" cy="2789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5785" name="Picture 8">
            <a:extLst>
              <a:ext uri="{FF2B5EF4-FFF2-40B4-BE49-F238E27FC236}">
                <a16:creationId xmlns:a16="http://schemas.microsoft.com/office/drawing/2014/main" id="{2BD38863-CD17-387B-7D80-728445430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5600" y="1824038"/>
            <a:ext cx="3913188" cy="28067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5786" name="Picture 9">
            <a:extLst>
              <a:ext uri="{FF2B5EF4-FFF2-40B4-BE49-F238E27FC236}">
                <a16:creationId xmlns:a16="http://schemas.microsoft.com/office/drawing/2014/main" id="{DC3B61C2-B58D-31B2-D885-C77D965CC2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3063" y="1873250"/>
            <a:ext cx="4056062" cy="28590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5787" name="Picture 10">
            <a:extLst>
              <a:ext uri="{FF2B5EF4-FFF2-40B4-BE49-F238E27FC236}">
                <a16:creationId xmlns:a16="http://schemas.microsoft.com/office/drawing/2014/main" id="{D76FA342-0880-D827-49F5-6A6CB7FA2F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7100" y="4595813"/>
            <a:ext cx="3852863" cy="23161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5788" name="Picture 11">
            <a:extLst>
              <a:ext uri="{FF2B5EF4-FFF2-40B4-BE49-F238E27FC236}">
                <a16:creationId xmlns:a16="http://schemas.microsoft.com/office/drawing/2014/main" id="{1FA0114D-1269-3F89-42B3-109BE0168C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1100" y="4630738"/>
            <a:ext cx="3732213" cy="22272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
            <a:extLst>
              <a:ext uri="{FF2B5EF4-FFF2-40B4-BE49-F238E27FC236}">
                <a16:creationId xmlns:a16="http://schemas.microsoft.com/office/drawing/2014/main" id="{F4126CE0-057E-03E4-5700-E2741B081E2C}"/>
              </a:ext>
            </a:extLst>
          </p:cNvPr>
          <p:cNvSpPr>
            <a:spLocks noGrp="1" noChangeArrowheads="1"/>
          </p:cNvSpPr>
          <p:nvPr>
            <p:ph type="title"/>
          </p:nvPr>
        </p:nvSpPr>
        <p:spPr>
          <a:xfrm>
            <a:off x="1116013" y="941388"/>
            <a:ext cx="10167937" cy="669925"/>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Diferenciación</a:t>
            </a:r>
            <a:br>
              <a:rPr lang="es-MX" altLang="es-MX" sz="4000" b="1"/>
            </a:br>
            <a:endParaRPr lang="es-MX" altLang="es-MX" sz="4000" b="1"/>
          </a:p>
        </p:txBody>
      </p:sp>
      <p:sp>
        <p:nvSpPr>
          <p:cNvPr id="77827" name="Text Box 2">
            <a:extLst>
              <a:ext uri="{FF2B5EF4-FFF2-40B4-BE49-F238E27FC236}">
                <a16:creationId xmlns:a16="http://schemas.microsoft.com/office/drawing/2014/main" id="{35476008-7FD3-5C4E-698A-ECA60738BDE6}"/>
              </a:ext>
            </a:extLst>
          </p:cNvPr>
          <p:cNvSpPr txBox="1">
            <a:spLocks noChangeArrowheads="1"/>
          </p:cNvSpPr>
          <p:nvPr/>
        </p:nvSpPr>
        <p:spPr bwMode="auto">
          <a:xfrm>
            <a:off x="833438" y="1543050"/>
            <a:ext cx="10448925" cy="462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Primera diferencia de los valores de la serie de tiempo  son</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1" u="none" strike="noStrike" kern="1200" cap="none" spc="0" normalizeH="0" baseline="0" noProof="0">
              <a:ln>
                <a:noFill/>
              </a:ln>
              <a:solidFill>
                <a:srgbClr val="000000"/>
              </a:solidFill>
              <a:effectLst/>
              <a:uLnTx/>
              <a:uFillTx/>
              <a:latin typeface="Cambria Math" panose="02040503050406030204" pitchFamily="18"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pic>
        <p:nvPicPr>
          <p:cNvPr id="77828" name="Picture 3">
            <a:extLst>
              <a:ext uri="{FF2B5EF4-FFF2-40B4-BE49-F238E27FC236}">
                <a16:creationId xmlns:a16="http://schemas.microsoft.com/office/drawing/2014/main" id="{1980F2C8-834C-D77C-4FC4-55F8C4D36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25" y="3952875"/>
            <a:ext cx="4727575" cy="2705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7829" name="Picture 4">
            <a:extLst>
              <a:ext uri="{FF2B5EF4-FFF2-40B4-BE49-F238E27FC236}">
                <a16:creationId xmlns:a16="http://schemas.microsoft.com/office/drawing/2014/main" id="{12DBFAB3-D35D-A6EA-A8F5-CB10C5732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3133725"/>
            <a:ext cx="6011863" cy="3556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
            <a:extLst>
              <a:ext uri="{FF2B5EF4-FFF2-40B4-BE49-F238E27FC236}">
                <a16:creationId xmlns:a16="http://schemas.microsoft.com/office/drawing/2014/main" id="{F60254BB-E964-FD36-894A-6D7A96F78B8B}"/>
              </a:ext>
            </a:extLst>
          </p:cNvPr>
          <p:cNvSpPr>
            <a:spLocks noGrp="1" noChangeArrowheads="1"/>
          </p:cNvSpPr>
          <p:nvPr>
            <p:ph type="title"/>
          </p:nvPr>
        </p:nvSpPr>
        <p:spPr>
          <a:xfrm>
            <a:off x="1116013" y="354013"/>
            <a:ext cx="10167937" cy="852487"/>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Operador de diferencia (de rezagos)</a:t>
            </a:r>
          </a:p>
        </p:txBody>
      </p:sp>
      <p:sp>
        <p:nvSpPr>
          <p:cNvPr id="79875" name="Text Box 2">
            <a:extLst>
              <a:ext uri="{FF2B5EF4-FFF2-40B4-BE49-F238E27FC236}">
                <a16:creationId xmlns:a16="http://schemas.microsoft.com/office/drawing/2014/main" id="{B605D95A-FE2F-A7EB-9ADB-6B71BBC822D9}"/>
              </a:ext>
            </a:extLst>
          </p:cNvPr>
          <p:cNvSpPr txBox="1">
            <a:spLocks noChangeArrowheads="1"/>
          </p:cNvSpPr>
          <p:nvPr/>
        </p:nvSpPr>
        <p:spPr bwMode="auto">
          <a:xfrm>
            <a:off x="736600" y="1206500"/>
            <a:ext cx="10844213" cy="551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Definimos el operador de diferencia para el 1er rezago, ∇,  por</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donde  es el operador de desplazamiento hacia atrás, . </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Las potencias de los operadores  y  se definen de la forma obvia, es decir,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y     ,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con . </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Los polinomios en  y  se manipulan precisamente de la misma manera que las funciones polinomiales de variables reales. Por ejemplo,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1" u="none" strike="noStrike" kern="1200" cap="none" spc="0" normalizeH="0" baseline="0" noProof="0">
              <a:ln>
                <a:noFill/>
              </a:ln>
              <a:solidFill>
                <a:srgbClr val="000000"/>
              </a:solidFill>
              <a:effectLst/>
              <a:uLnTx/>
              <a:uFillTx/>
              <a:latin typeface="Cambria Math" panose="02040503050406030204" pitchFamily="18"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
            <a:extLst>
              <a:ext uri="{FF2B5EF4-FFF2-40B4-BE49-F238E27FC236}">
                <a16:creationId xmlns:a16="http://schemas.microsoft.com/office/drawing/2014/main" id="{72105215-DB5D-D0D9-8CA3-5A354D325A15}"/>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Ejemplo-ejercicio (graficar la serie original y la nueva serie de abajo)</a:t>
            </a:r>
          </a:p>
        </p:txBody>
      </p:sp>
      <p:sp>
        <p:nvSpPr>
          <p:cNvPr id="81923" name="Text Box 2">
            <a:extLst>
              <a:ext uri="{FF2B5EF4-FFF2-40B4-BE49-F238E27FC236}">
                <a16:creationId xmlns:a16="http://schemas.microsoft.com/office/drawing/2014/main" id="{EE2FB52E-00E5-8419-D2E9-7247D7A26C10}"/>
              </a:ext>
            </a:extLst>
          </p:cNvPr>
          <p:cNvSpPr txBox="1">
            <a:spLocks noChangeArrowheads="1"/>
          </p:cNvSpPr>
          <p:nvPr/>
        </p:nvSpPr>
        <p:spPr bwMode="auto">
          <a:xfrm>
            <a:off x="1011238" y="1581150"/>
            <a:ext cx="10167937" cy="3694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En ocasiones se necesita una segunda diferenciación para volver los valores de la serie estacionarios:</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Las segundas diferencias de la serie son: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con  </a:t>
            </a:r>
          </a:p>
        </p:txBody>
      </p:sp>
      <p:pic>
        <p:nvPicPr>
          <p:cNvPr id="81924" name="Picture 3">
            <a:extLst>
              <a:ext uri="{FF2B5EF4-FFF2-40B4-BE49-F238E27FC236}">
                <a16:creationId xmlns:a16="http://schemas.microsoft.com/office/drawing/2014/main" id="{098D9AA6-D77A-D072-B8FB-2F95ABD30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638" y="3960813"/>
            <a:ext cx="8339137" cy="2803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1">
            <a:extLst>
              <a:ext uri="{FF2B5EF4-FFF2-40B4-BE49-F238E27FC236}">
                <a16:creationId xmlns:a16="http://schemas.microsoft.com/office/drawing/2014/main" id="{4789B5CC-7B69-E228-ABBA-B20001B78349}"/>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3971" name="AutoShape 2">
            <a:extLst>
              <a:ext uri="{FF2B5EF4-FFF2-40B4-BE49-F238E27FC236}">
                <a16:creationId xmlns:a16="http://schemas.microsoft.com/office/drawing/2014/main" id="{97946EFB-EA49-6256-AECD-DFD714B2D510}"/>
              </a:ext>
            </a:extLst>
          </p:cNvPr>
          <p:cNvSpPr>
            <a:spLocks noChangeArrowheads="1"/>
          </p:cNvSpPr>
          <p:nvPr/>
        </p:nvSpPr>
        <p:spPr bwMode="auto">
          <a:xfrm>
            <a:off x="0" y="0"/>
            <a:ext cx="4456113" cy="6858000"/>
          </a:xfrm>
          <a:custGeom>
            <a:avLst/>
            <a:gdLst>
              <a:gd name="T0" fmla="*/ 4456113 w 4456113"/>
              <a:gd name="T1" fmla="*/ 3429000 h 6858000"/>
              <a:gd name="T2" fmla="*/ 2228057 w 4456113"/>
              <a:gd name="T3" fmla="*/ 6858000 h 6858000"/>
              <a:gd name="T4" fmla="*/ 0 w 4456113"/>
              <a:gd name="T5" fmla="*/ 3429000 h 6858000"/>
              <a:gd name="T6" fmla="*/ 2228057 w 4456113"/>
              <a:gd name="T7" fmla="*/ 0 h 6858000"/>
              <a:gd name="T8" fmla="*/ 0 60000 65536"/>
              <a:gd name="T9" fmla="*/ 5898240 60000 65536"/>
              <a:gd name="T10" fmla="*/ 11796480 60000 65536"/>
              <a:gd name="T11" fmla="*/ 17694720 60000 65536"/>
              <a:gd name="T12" fmla="*/ 0 w 4456113"/>
              <a:gd name="T13" fmla="*/ 0 h 6858000"/>
              <a:gd name="T14" fmla="*/ 4456113 w 4456113"/>
              <a:gd name="T15" fmla="*/ 6858000 h 6858000"/>
            </a:gdLst>
            <a:ahLst/>
            <a:cxnLst>
              <a:cxn ang="T8">
                <a:pos x="T0" y="T1"/>
              </a:cxn>
              <a:cxn ang="T9">
                <a:pos x="T2" y="T3"/>
              </a:cxn>
              <a:cxn ang="T10">
                <a:pos x="T4" y="T5"/>
              </a:cxn>
              <a:cxn ang="T11">
                <a:pos x="T6" y="T7"/>
              </a:cxn>
            </a:cxnLst>
            <a:rect l="T12" t="T13" r="T14" b="T15"/>
            <a:pathLst>
              <a:path w="445611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lnTo>
                  <a:pt x="0" y="0"/>
                </a:lnTo>
                <a:close/>
              </a:path>
            </a:pathLst>
          </a:custGeom>
          <a:solidFill>
            <a:srgbClr val="FFFFFF"/>
          </a:solidFill>
          <a:ln w="9360" cap="flat">
            <a:solidFill>
              <a:srgbClr val="E4F0EF"/>
            </a:solidFill>
            <a:miter lim="800000"/>
            <a:headEnd/>
            <a:tailEnd/>
          </a:ln>
          <a:effectLst>
            <a:outerShdw dist="38160" algn="ctr" rotWithShape="0">
              <a:srgbClr val="D9D9D9">
                <a:alpha val="30037"/>
              </a:srgbClr>
            </a:outer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3972" name="AutoShape 3">
            <a:extLst>
              <a:ext uri="{FF2B5EF4-FFF2-40B4-BE49-F238E27FC236}">
                <a16:creationId xmlns:a16="http://schemas.microsoft.com/office/drawing/2014/main" id="{02430BD8-6732-15CE-5719-9B53ACA6A190}"/>
              </a:ext>
            </a:extLst>
          </p:cNvPr>
          <p:cNvSpPr>
            <a:spLocks noChangeArrowheads="1"/>
          </p:cNvSpPr>
          <p:nvPr/>
        </p:nvSpPr>
        <p:spPr bwMode="auto">
          <a:xfrm>
            <a:off x="0" y="0"/>
            <a:ext cx="4446588" cy="6858000"/>
          </a:xfrm>
          <a:custGeom>
            <a:avLst/>
            <a:gdLst>
              <a:gd name="T0" fmla="*/ 4446588 w 4446588"/>
              <a:gd name="T1" fmla="*/ 3429000 h 6858000"/>
              <a:gd name="T2" fmla="*/ 2223294 w 4446588"/>
              <a:gd name="T3" fmla="*/ 6858000 h 6858000"/>
              <a:gd name="T4" fmla="*/ 0 w 4446588"/>
              <a:gd name="T5" fmla="*/ 3429000 h 6858000"/>
              <a:gd name="T6" fmla="*/ 2223294 w 4446588"/>
              <a:gd name="T7" fmla="*/ 0 h 6858000"/>
              <a:gd name="T8" fmla="*/ 0 60000 65536"/>
              <a:gd name="T9" fmla="*/ 5898240 60000 65536"/>
              <a:gd name="T10" fmla="*/ 11796480 60000 65536"/>
              <a:gd name="T11" fmla="*/ 17694720 60000 65536"/>
              <a:gd name="T12" fmla="*/ 0 w 4446588"/>
              <a:gd name="T13" fmla="*/ 0 h 6858000"/>
              <a:gd name="T14" fmla="*/ 4446588 w 4446588"/>
              <a:gd name="T15" fmla="*/ 6858000 h 6858000"/>
            </a:gdLst>
            <a:ahLst/>
            <a:cxnLst>
              <a:cxn ang="T8">
                <a:pos x="T0" y="T1"/>
              </a:cxn>
              <a:cxn ang="T9">
                <a:pos x="T2" y="T3"/>
              </a:cxn>
              <a:cxn ang="T10">
                <a:pos x="T4" y="T5"/>
              </a:cxn>
              <a:cxn ang="T11">
                <a:pos x="T6" y="T7"/>
              </a:cxn>
            </a:cxnLst>
            <a:rect l="T12" t="T13" r="T14" b="T15"/>
            <a:pathLst>
              <a:path w="4446588"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lnTo>
                  <a:pt x="0" y="0"/>
                </a:lnTo>
                <a:close/>
              </a:path>
            </a:pathLst>
          </a:custGeom>
          <a:solidFill>
            <a:srgbClr val="FFFFFF"/>
          </a:solidFill>
          <a:ln>
            <a:noFill/>
          </a:ln>
          <a:effectLst/>
          <a:extLst>
            <a:ext uri="{91240B29-F687-4F45-9708-019B960494DF}">
              <a14:hiddenLine xmlns:a14="http://schemas.microsoft.com/office/drawing/2010/main" w="9360" cap="flat">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3973" name="Rectangle 4">
            <a:extLst>
              <a:ext uri="{FF2B5EF4-FFF2-40B4-BE49-F238E27FC236}">
                <a16:creationId xmlns:a16="http://schemas.microsoft.com/office/drawing/2014/main" id="{5D31D2F3-990E-07BA-6DD8-563E27D8EC3E}"/>
              </a:ext>
            </a:extLst>
          </p:cNvPr>
          <p:cNvSpPr>
            <a:spLocks noGrp="1" noChangeArrowheads="1"/>
          </p:cNvSpPr>
          <p:nvPr>
            <p:ph type="title"/>
          </p:nvPr>
        </p:nvSpPr>
        <p:spPr>
          <a:xfrm>
            <a:off x="395288" y="204788"/>
            <a:ext cx="3436937" cy="849312"/>
          </a:xfrm>
        </p:spPr>
        <p:txBody>
          <a:bodyPr/>
          <a:lstStyle/>
          <a:p>
            <a:pPr eaLnBrk="1" hangingPunct="1">
              <a:lnSpc>
                <a:spcPct val="90000"/>
              </a:lnSpc>
              <a:tabLst>
                <a:tab pos="914400" algn="l"/>
                <a:tab pos="1828800" algn="l"/>
                <a:tab pos="2743200" algn="l"/>
              </a:tabLst>
            </a:pPr>
            <a:r>
              <a:rPr lang="es-MX" altLang="es-MX" sz="2800" b="1"/>
              <a:t>Modelos </a:t>
            </a:r>
          </a:p>
        </p:txBody>
      </p:sp>
      <p:sp>
        <p:nvSpPr>
          <p:cNvPr id="83974" name="Rectangle 5">
            <a:extLst>
              <a:ext uri="{FF2B5EF4-FFF2-40B4-BE49-F238E27FC236}">
                <a16:creationId xmlns:a16="http://schemas.microsoft.com/office/drawing/2014/main" id="{DE46292D-77E1-CE70-8BCC-6E4428C23BC5}"/>
              </a:ext>
            </a:extLst>
          </p:cNvPr>
          <p:cNvSpPr>
            <a:spLocks noChangeArrowheads="1"/>
          </p:cNvSpPr>
          <p:nvPr/>
        </p:nvSpPr>
        <p:spPr bwMode="auto">
          <a:xfrm>
            <a:off x="0" y="1427163"/>
            <a:ext cx="128588" cy="654050"/>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3975" name="Rectangle 6">
            <a:extLst>
              <a:ext uri="{FF2B5EF4-FFF2-40B4-BE49-F238E27FC236}">
                <a16:creationId xmlns:a16="http://schemas.microsoft.com/office/drawing/2014/main" id="{2DF4464B-3448-48FA-AE7E-2CF5B6881850}"/>
              </a:ext>
            </a:extLst>
          </p:cNvPr>
          <p:cNvSpPr>
            <a:spLocks noChangeArrowheads="1"/>
          </p:cNvSpPr>
          <p:nvPr/>
        </p:nvSpPr>
        <p:spPr bwMode="auto">
          <a:xfrm>
            <a:off x="395288" y="2443163"/>
            <a:ext cx="3382962" cy="17462"/>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3976" name="Text Box 7">
            <a:extLst>
              <a:ext uri="{FF2B5EF4-FFF2-40B4-BE49-F238E27FC236}">
                <a16:creationId xmlns:a16="http://schemas.microsoft.com/office/drawing/2014/main" id="{AEC7C63D-C092-23A0-96F6-57A3B4D574E5}"/>
              </a:ext>
            </a:extLst>
          </p:cNvPr>
          <p:cNvSpPr txBox="1">
            <a:spLocks noChangeArrowheads="1"/>
          </p:cNvSpPr>
          <p:nvPr/>
        </p:nvSpPr>
        <p:spPr bwMode="auto">
          <a:xfrm>
            <a:off x="766763" y="973138"/>
            <a:ext cx="11028362"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0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proceso autorregresivo de orden , representado por toma la forma:</a:t>
            </a:r>
          </a:p>
          <a:p>
            <a:pPr marL="228600" marR="0" lvl="0" indent="-228600" algn="l" defTabSz="914400" rtl="0" eaLnBrk="1" fontAlgn="base" latinLnBrk="0" hangingPunct="1">
              <a:lnSpc>
                <a:spcPct val="10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que puede ponerse, mediante el operador de cambio retroactivo , en la forma: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200" b="0" i="1" u="none" strike="noStrike" kern="1200" cap="none" spc="0" normalizeH="0" baseline="0" noProof="0">
              <a:ln>
                <a:noFill/>
              </a:ln>
              <a:solidFill>
                <a:srgbClr val="000000"/>
              </a:solidFill>
              <a:effectLst/>
              <a:uLnTx/>
              <a:uFillTx/>
              <a:latin typeface="Cambria Math" panose="02040503050406030204" pitchFamily="18"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Un </a:t>
            </a:r>
            <a:r>
              <a:rPr kumimoji="0" lang="es-MX" altLang="es-MX" sz="21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proceso autorregresivo  es estacionario </a:t>
            </a: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si las raíces del polinomio en  dado por: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1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caen fuera del círculo unitario. Esta condición equivale a que las raíces de la ecuación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1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sean todas inferiores en modulo. Un proceso autorregresivo siempre es invertible.</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1">
            <a:extLst>
              <a:ext uri="{FF2B5EF4-FFF2-40B4-BE49-F238E27FC236}">
                <a16:creationId xmlns:a16="http://schemas.microsoft.com/office/drawing/2014/main" id="{E18338BE-1065-3A12-07AA-0DBBBD80492F}"/>
              </a:ext>
            </a:extLst>
          </p:cNvPr>
          <p:cNvSpPr txBox="1">
            <a:spLocks noChangeArrowheads="1"/>
          </p:cNvSpPr>
          <p:nvPr/>
        </p:nvSpPr>
        <p:spPr bwMode="auto">
          <a:xfrm>
            <a:off x="1116013" y="157163"/>
            <a:ext cx="10594975" cy="651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EJEMPLO</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La media de un modelo ,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Aplicando el valor esperado se tiene</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y, la varianza es: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1" u="none" strike="noStrike" kern="1200" cap="none" spc="0" normalizeH="0" baseline="0" noProof="0">
              <a:ln>
                <a:noFill/>
              </a:ln>
              <a:solidFill>
                <a:srgbClr val="000000"/>
              </a:solidFill>
              <a:effectLst/>
              <a:uLnTx/>
              <a:uFillTx/>
              <a:latin typeface="Cambria Math" panose="02040503050406030204" pitchFamily="18"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1">
            <a:extLst>
              <a:ext uri="{FF2B5EF4-FFF2-40B4-BE49-F238E27FC236}">
                <a16:creationId xmlns:a16="http://schemas.microsoft.com/office/drawing/2014/main" id="{A51A393E-A18D-6304-6BBE-D1647D72AD17}"/>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8067" name="Rectangle 2">
            <a:extLst>
              <a:ext uri="{FF2B5EF4-FFF2-40B4-BE49-F238E27FC236}">
                <a16:creationId xmlns:a16="http://schemas.microsoft.com/office/drawing/2014/main" id="{6205C017-1959-6962-B52C-31BFEDCAA19B}"/>
              </a:ext>
            </a:extLst>
          </p:cNvPr>
          <p:cNvSpPr>
            <a:spLocks noGrp="1" noChangeArrowheads="1"/>
          </p:cNvSpPr>
          <p:nvPr>
            <p:ph type="title"/>
          </p:nvPr>
        </p:nvSpPr>
        <p:spPr>
          <a:xfrm>
            <a:off x="215900" y="411163"/>
            <a:ext cx="11715750" cy="1106487"/>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s-MX" altLang="es-MX" sz="3600" b="1"/>
              <a:t>            FAC                    FACP</a:t>
            </a:r>
          </a:p>
        </p:txBody>
      </p:sp>
      <p:sp>
        <p:nvSpPr>
          <p:cNvPr id="88068" name="Rectangle 3">
            <a:extLst>
              <a:ext uri="{FF2B5EF4-FFF2-40B4-BE49-F238E27FC236}">
                <a16:creationId xmlns:a16="http://schemas.microsoft.com/office/drawing/2014/main" id="{E32578D4-FCE1-3E69-4F56-1C193DFEA1A7}"/>
              </a:ext>
            </a:extLst>
          </p:cNvPr>
          <p:cNvSpPr>
            <a:spLocks noChangeArrowheads="1"/>
          </p:cNvSpPr>
          <p:nvPr/>
        </p:nvSpPr>
        <p:spPr bwMode="auto">
          <a:xfrm>
            <a:off x="0" y="587375"/>
            <a:ext cx="128588"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88069" name="Picture 4">
            <a:extLst>
              <a:ext uri="{FF2B5EF4-FFF2-40B4-BE49-F238E27FC236}">
                <a16:creationId xmlns:a16="http://schemas.microsoft.com/office/drawing/2014/main" id="{E4FEC097-FD0C-4B7E-B3EC-670B68F50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18"/>
          <a:stretch>
            <a:fillRect/>
          </a:stretch>
        </p:blipFill>
        <p:spPr bwMode="auto">
          <a:xfrm>
            <a:off x="430213" y="1722438"/>
            <a:ext cx="6704012" cy="4519612"/>
          </a:xfrm>
          <a:prstGeom prst="rect">
            <a:avLst/>
          </a:prstGeom>
          <a:noFill/>
          <a:ln>
            <a:noFill/>
          </a:ln>
          <a:effectLst/>
          <a:extLst>
            <a:ext uri="{909E8E84-426E-40DD-AFC4-6F175D3DCCD1}">
              <a14:hiddenFill xmlns:a14="http://schemas.microsoft.com/office/drawing/2010/main">
                <a:blipFill dpi="0" rotWithShape="0">
                  <a:blip/>
                  <a:srcRect r="3218"/>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8070" name="Rectangle 5">
            <a:extLst>
              <a:ext uri="{FF2B5EF4-FFF2-40B4-BE49-F238E27FC236}">
                <a16:creationId xmlns:a16="http://schemas.microsoft.com/office/drawing/2014/main" id="{10D8DEA7-69D0-6181-7496-823B6ECFE75E}"/>
              </a:ext>
            </a:extLst>
          </p:cNvPr>
          <p:cNvSpPr>
            <a:spLocks noChangeArrowheads="1"/>
          </p:cNvSpPr>
          <p:nvPr/>
        </p:nvSpPr>
        <p:spPr bwMode="auto">
          <a:xfrm>
            <a:off x="7543800" y="1722438"/>
            <a:ext cx="4217988" cy="4519612"/>
          </a:xfrm>
          <a:prstGeom prst="rect">
            <a:avLst/>
          </a:prstGeom>
          <a:solidFill>
            <a:srgbClr val="FFFFFF"/>
          </a:solidFill>
          <a:ln w="9360">
            <a:solidFill>
              <a:srgbClr val="E4F0EF"/>
            </a:solidFill>
            <a:miter lim="800000"/>
            <a:headEnd/>
            <a:tailEnd/>
          </a:ln>
          <a:effectLst>
            <a:outerShdw dist="37675" dir="2700000" algn="ctr" rotWithShape="0">
              <a:srgbClr val="D9D9D9">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88071" name="Text Box 6">
            <a:extLst>
              <a:ext uri="{FF2B5EF4-FFF2-40B4-BE49-F238E27FC236}">
                <a16:creationId xmlns:a16="http://schemas.microsoft.com/office/drawing/2014/main" id="{A69A8E6E-B7B6-3168-8FC8-BCCF1D61CB7F}"/>
              </a:ext>
            </a:extLst>
          </p:cNvPr>
          <p:cNvSpPr txBox="1">
            <a:spLocks noChangeArrowheads="1"/>
          </p:cNvSpPr>
          <p:nvPr/>
        </p:nvSpPr>
        <p:spPr bwMode="auto">
          <a:xfrm>
            <a:off x="7223125" y="884238"/>
            <a:ext cx="4710113" cy="5094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Funciones de autocorrelación y autocorrelación parcial de un modelo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Con función de autocovarianza: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 FAC es</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Y, la FACP es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7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1">
            <a:extLst>
              <a:ext uri="{FF2B5EF4-FFF2-40B4-BE49-F238E27FC236}">
                <a16:creationId xmlns:a16="http://schemas.microsoft.com/office/drawing/2014/main" id="{9E585C00-14F5-9A9B-6BEA-240B7A07D7BC}"/>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0115" name="Rectangle 2">
            <a:extLst>
              <a:ext uri="{FF2B5EF4-FFF2-40B4-BE49-F238E27FC236}">
                <a16:creationId xmlns:a16="http://schemas.microsoft.com/office/drawing/2014/main" id="{BB960B2B-29D8-9AF1-FC1B-F388E232749E}"/>
              </a:ext>
            </a:extLst>
          </p:cNvPr>
          <p:cNvSpPr>
            <a:spLocks noGrp="1" noChangeArrowheads="1"/>
          </p:cNvSpPr>
          <p:nvPr>
            <p:ph type="title"/>
          </p:nvPr>
        </p:nvSpPr>
        <p:spPr>
          <a:xfrm>
            <a:off x="411163" y="987425"/>
            <a:ext cx="4486275" cy="1087438"/>
          </a:xfrm>
        </p:spPr>
        <p:txBody>
          <a:bodyPr anchor="b"/>
          <a:lstStyle/>
          <a:p>
            <a:pPr eaLnBrk="1" hangingPunct="1">
              <a:lnSpc>
                <a:spcPct val="90000"/>
              </a:lnSpc>
              <a:tabLst>
                <a:tab pos="914400" algn="l"/>
                <a:tab pos="1828800" algn="l"/>
                <a:tab pos="2743200" algn="l"/>
                <a:tab pos="3657600" algn="l"/>
              </a:tabLst>
            </a:pPr>
            <a:r>
              <a:rPr lang="es-MX" altLang="es-MX" sz="3400" b="1"/>
              <a:t>FAC y FACP posibles para un </a:t>
            </a:r>
          </a:p>
        </p:txBody>
      </p:sp>
      <p:sp>
        <p:nvSpPr>
          <p:cNvPr id="90116" name="Rectangle 3">
            <a:extLst>
              <a:ext uri="{FF2B5EF4-FFF2-40B4-BE49-F238E27FC236}">
                <a16:creationId xmlns:a16="http://schemas.microsoft.com/office/drawing/2014/main" id="{D8D82F9B-950B-D4F8-8F47-16D9DF1327EA}"/>
              </a:ext>
            </a:extLst>
          </p:cNvPr>
          <p:cNvSpPr>
            <a:spLocks noChangeArrowheads="1"/>
          </p:cNvSpPr>
          <p:nvPr/>
        </p:nvSpPr>
        <p:spPr bwMode="auto">
          <a:xfrm rot="5400000">
            <a:off x="650081" y="388144"/>
            <a:ext cx="73025" cy="547688"/>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0117" name="Rectangle 4">
            <a:extLst>
              <a:ext uri="{FF2B5EF4-FFF2-40B4-BE49-F238E27FC236}">
                <a16:creationId xmlns:a16="http://schemas.microsoft.com/office/drawing/2014/main" id="{18C9C36F-977E-DA3F-AF86-B3DBF633D66B}"/>
              </a:ext>
            </a:extLst>
          </p:cNvPr>
          <p:cNvSpPr>
            <a:spLocks noChangeArrowheads="1"/>
          </p:cNvSpPr>
          <p:nvPr/>
        </p:nvSpPr>
        <p:spPr bwMode="auto">
          <a:xfrm>
            <a:off x="411163" y="2286000"/>
            <a:ext cx="4389437" cy="17463"/>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graphicFrame>
        <p:nvGraphicFramePr>
          <p:cNvPr id="90118" name="Object 5">
            <a:extLst>
              <a:ext uri="{FF2B5EF4-FFF2-40B4-BE49-F238E27FC236}">
                <a16:creationId xmlns:a16="http://schemas.microsoft.com/office/drawing/2014/main" id="{7B7AA85A-37AF-EDB5-429A-A28421327EEC}"/>
              </a:ext>
            </a:extLst>
          </p:cNvPr>
          <p:cNvGraphicFramePr>
            <a:graphicFrameLocks noChangeAspect="1"/>
          </p:cNvGraphicFramePr>
          <p:nvPr/>
        </p:nvGraphicFramePr>
        <p:xfrm>
          <a:off x="411163" y="2689225"/>
          <a:ext cx="4498975" cy="3584575"/>
        </p:xfrm>
        <a:graphic>
          <a:graphicData uri="http://schemas.openxmlformats.org/presentationml/2006/ole">
            <mc:AlternateContent xmlns:mc="http://schemas.openxmlformats.org/markup-compatibility/2006">
              <mc:Choice xmlns:v="urn:schemas-microsoft-com:vml" Requires="v">
                <p:oleObj r:id="rId3" imgW="1654211" imgH="193853" progId="">
                  <p:embed/>
                </p:oleObj>
              </mc:Choice>
              <mc:Fallback>
                <p:oleObj r:id="rId3" imgW="1654211" imgH="193853" progId="">
                  <p:embed/>
                  <p:pic>
                    <p:nvPicPr>
                      <p:cNvPr id="90118" name="Object 5">
                        <a:extLst>
                          <a:ext uri="{FF2B5EF4-FFF2-40B4-BE49-F238E27FC236}">
                            <a16:creationId xmlns:a16="http://schemas.microsoft.com/office/drawing/2014/main" id="{7B7AA85A-37AF-EDB5-429A-A28421327E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163" y="2689225"/>
                        <a:ext cx="4498975" cy="35845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0119" name="Picture 6">
            <a:extLst>
              <a:ext uri="{FF2B5EF4-FFF2-40B4-BE49-F238E27FC236}">
                <a16:creationId xmlns:a16="http://schemas.microsoft.com/office/drawing/2014/main" id="{78047BF4-7B1A-EFCD-2F95-4F6088DC2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7977" b="5626"/>
          <a:stretch>
            <a:fillRect/>
          </a:stretch>
        </p:blipFill>
        <p:spPr bwMode="auto">
          <a:xfrm>
            <a:off x="5211763" y="73025"/>
            <a:ext cx="6883400" cy="6711950"/>
          </a:xfrm>
          <a:prstGeom prst="rect">
            <a:avLst/>
          </a:prstGeom>
          <a:noFill/>
          <a:ln>
            <a:noFill/>
          </a:ln>
          <a:effectLst>
            <a:outerShdw dist="38160" dir="10800000" algn="ctr" rotWithShape="0">
              <a:srgbClr val="D9D9D9">
                <a:alpha val="30037"/>
              </a:srgbClr>
            </a:outerShdw>
          </a:effectLst>
          <a:extLst>
            <a:ext uri="{909E8E84-426E-40DD-AFC4-6F175D3DCCD1}">
              <a14:hiddenFill xmlns:a14="http://schemas.microsoft.com/office/drawing/2010/main">
                <a:blipFill dpi="0" rotWithShape="0">
                  <a:blip/>
                  <a:srcRect t="7977" b="5626"/>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
            <a:extLst>
              <a:ext uri="{FF2B5EF4-FFF2-40B4-BE49-F238E27FC236}">
                <a16:creationId xmlns:a16="http://schemas.microsoft.com/office/drawing/2014/main" id="{552DDBD5-E33F-2188-00BD-1BCFFBF3EF68}"/>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Modelos </a:t>
            </a:r>
          </a:p>
        </p:txBody>
      </p:sp>
      <p:sp>
        <p:nvSpPr>
          <p:cNvPr id="92163" name="Text Box 2">
            <a:extLst>
              <a:ext uri="{FF2B5EF4-FFF2-40B4-BE49-F238E27FC236}">
                <a16:creationId xmlns:a16="http://schemas.microsoft.com/office/drawing/2014/main" id="{5431F6E9-CA49-ADDC-87CB-D39A2C2EFE40}"/>
              </a:ext>
            </a:extLst>
          </p:cNvPr>
          <p:cNvSpPr txBox="1">
            <a:spLocks noChangeArrowheads="1"/>
          </p:cNvSpPr>
          <p:nvPr/>
        </p:nvSpPr>
        <p:spPr bwMode="auto">
          <a:xfrm>
            <a:off x="609600" y="1238250"/>
            <a:ext cx="10933113" cy="530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0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proceso de medias móviles de orden , representado por , es decir, , viene dado por la expresión:</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que puede ponerse, mediante el operador de cambio retroactivo , en la forma: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Un proceso de medias móviles es siempre estacionario. Un proceso de medias móviles  es </a:t>
            </a:r>
            <a:r>
              <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invertible </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si las raíces del polinomio en  definido por:                  </a:t>
            </a:r>
            <a:r>
              <a:rPr kumimoji="0" lang="da-DK"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caen fuera del círculo unidad. Esta condición es equivalente a que las raíces de la ecuación sean todas inferiores a uno en módulo</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1">
            <a:extLst>
              <a:ext uri="{FF2B5EF4-FFF2-40B4-BE49-F238E27FC236}">
                <a16:creationId xmlns:a16="http://schemas.microsoft.com/office/drawing/2014/main" id="{754BCCB3-7D5A-2206-4BE8-0B8A4355BEC4}"/>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4211" name="Rectangle 2">
            <a:extLst>
              <a:ext uri="{FF2B5EF4-FFF2-40B4-BE49-F238E27FC236}">
                <a16:creationId xmlns:a16="http://schemas.microsoft.com/office/drawing/2014/main" id="{C1C94516-4B4D-A679-2B25-32A67574C8F3}"/>
              </a:ext>
            </a:extLst>
          </p:cNvPr>
          <p:cNvSpPr>
            <a:spLocks noChangeArrowheads="1"/>
          </p:cNvSpPr>
          <p:nvPr/>
        </p:nvSpPr>
        <p:spPr bwMode="auto">
          <a:xfrm>
            <a:off x="409575" y="633413"/>
            <a:ext cx="4278313" cy="5495925"/>
          </a:xfrm>
          <a:prstGeom prst="rect">
            <a:avLst/>
          </a:prstGeom>
          <a:solidFill>
            <a:srgbClr val="FFFFFF"/>
          </a:solidFill>
          <a:ln w="9360">
            <a:solidFill>
              <a:srgbClr val="E4F0EF"/>
            </a:solidFill>
            <a:miter lim="800000"/>
            <a:headEnd/>
            <a:tailEnd/>
          </a:ln>
          <a:effectLst>
            <a:outerShdw dist="37675" dir="2700000" algn="ctr" rotWithShape="0">
              <a:srgbClr val="D9D9D9">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4212" name="Rectangle 3">
            <a:extLst>
              <a:ext uri="{FF2B5EF4-FFF2-40B4-BE49-F238E27FC236}">
                <a16:creationId xmlns:a16="http://schemas.microsoft.com/office/drawing/2014/main" id="{D8ACA006-8098-629F-CAE1-0E167F16E98B}"/>
              </a:ext>
            </a:extLst>
          </p:cNvPr>
          <p:cNvSpPr>
            <a:spLocks noGrp="1" noChangeArrowheads="1"/>
          </p:cNvSpPr>
          <p:nvPr>
            <p:ph type="title"/>
          </p:nvPr>
        </p:nvSpPr>
        <p:spPr>
          <a:xfrm>
            <a:off x="536575" y="131763"/>
            <a:ext cx="4900613" cy="596900"/>
          </a:xfrm>
        </p:spPr>
        <p:txBody>
          <a:bodyPr/>
          <a:lstStyle/>
          <a:p>
            <a:pPr eaLnBrk="1" hangingPunct="1">
              <a:lnSpc>
                <a:spcPct val="90000"/>
              </a:lnSpc>
              <a:tabLst>
                <a:tab pos="914400" algn="l"/>
                <a:tab pos="1828800" algn="l"/>
                <a:tab pos="2743200" algn="l"/>
                <a:tab pos="3657600" algn="l"/>
                <a:tab pos="4572000" algn="l"/>
              </a:tabLst>
            </a:pPr>
            <a:r>
              <a:rPr lang="es-MX" altLang="es-MX" sz="2800" b="1"/>
              <a:t>Ejemplo y, ejercicio</a:t>
            </a:r>
          </a:p>
        </p:txBody>
      </p:sp>
      <p:sp>
        <p:nvSpPr>
          <p:cNvPr id="94213" name="Rectangle 4">
            <a:extLst>
              <a:ext uri="{FF2B5EF4-FFF2-40B4-BE49-F238E27FC236}">
                <a16:creationId xmlns:a16="http://schemas.microsoft.com/office/drawing/2014/main" id="{7039F28C-195A-6659-47DF-0687986F7F51}"/>
              </a:ext>
            </a:extLst>
          </p:cNvPr>
          <p:cNvSpPr>
            <a:spLocks noChangeArrowheads="1"/>
          </p:cNvSpPr>
          <p:nvPr/>
        </p:nvSpPr>
        <p:spPr bwMode="auto">
          <a:xfrm>
            <a:off x="346075" y="1171575"/>
            <a:ext cx="128588"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4214" name="Rectangle 5">
            <a:extLst>
              <a:ext uri="{FF2B5EF4-FFF2-40B4-BE49-F238E27FC236}">
                <a16:creationId xmlns:a16="http://schemas.microsoft.com/office/drawing/2014/main" id="{643E0E62-7F30-55F2-8E46-ABD42FFAA43F}"/>
              </a:ext>
            </a:extLst>
          </p:cNvPr>
          <p:cNvSpPr>
            <a:spLocks noChangeArrowheads="1"/>
          </p:cNvSpPr>
          <p:nvPr/>
        </p:nvSpPr>
        <p:spPr bwMode="auto">
          <a:xfrm>
            <a:off x="877888" y="2093913"/>
            <a:ext cx="3328987" cy="7937"/>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94215" name="Text Box 6">
            <a:extLst>
              <a:ext uri="{FF2B5EF4-FFF2-40B4-BE49-F238E27FC236}">
                <a16:creationId xmlns:a16="http://schemas.microsoft.com/office/drawing/2014/main" id="{F5339FFE-0921-FA9A-D343-F7B672024404}"/>
              </a:ext>
            </a:extLst>
          </p:cNvPr>
          <p:cNvSpPr txBox="1">
            <a:spLocks noChangeArrowheads="1"/>
          </p:cNvSpPr>
          <p:nvPr/>
        </p:nvSpPr>
        <p:spPr bwMode="auto">
          <a:xfrm>
            <a:off x="473075" y="633413"/>
            <a:ext cx="4964113" cy="622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modelo , también denotado por MA(1), viene dado por la expresión:</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Calcular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También determinar  </a:t>
            </a: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Su función de autocovarianza es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Y sus FAC y FACP son: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r>
              <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respectivamente</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Lst>
              <a:defRPr/>
            </a:pPr>
            <a:endParaRPr kumimoji="0" lang="es-MX" altLang="es-MX" sz="19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pic>
        <p:nvPicPr>
          <p:cNvPr id="94216" name="Picture 7">
            <a:extLst>
              <a:ext uri="{FF2B5EF4-FFF2-40B4-BE49-F238E27FC236}">
                <a16:creationId xmlns:a16="http://schemas.microsoft.com/office/drawing/2014/main" id="{43925120-0BA6-9682-849A-96C3E7A89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1275" y="1057275"/>
            <a:ext cx="6656388" cy="46434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
            <a:extLst>
              <a:ext uri="{FF2B5EF4-FFF2-40B4-BE49-F238E27FC236}">
                <a16:creationId xmlns:a16="http://schemas.microsoft.com/office/drawing/2014/main" id="{10C34B87-C8A2-ECDB-3EB9-9DC0CF34EB41}"/>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FAC y FACP de un </a:t>
            </a:r>
          </a:p>
        </p:txBody>
      </p:sp>
      <p:pic>
        <p:nvPicPr>
          <p:cNvPr id="96259" name="Picture 2">
            <a:extLst>
              <a:ext uri="{FF2B5EF4-FFF2-40B4-BE49-F238E27FC236}">
                <a16:creationId xmlns:a16="http://schemas.microsoft.com/office/drawing/2014/main" id="{9D0750EE-3EBE-1A97-EA9F-2C6CE1ABC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9938" y="2230438"/>
            <a:ext cx="5899150" cy="34766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6260" name="Picture 3">
            <a:extLst>
              <a:ext uri="{FF2B5EF4-FFF2-40B4-BE49-F238E27FC236}">
                <a16:creationId xmlns:a16="http://schemas.microsoft.com/office/drawing/2014/main" id="{0CE7209E-F60E-E9EE-19A5-12DE7C8552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600" y="2230438"/>
            <a:ext cx="5280025" cy="36433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
            <a:extLst>
              <a:ext uri="{FF2B5EF4-FFF2-40B4-BE49-F238E27FC236}">
                <a16:creationId xmlns:a16="http://schemas.microsoft.com/office/drawing/2014/main" id="{BF4153A0-18B4-A94A-E431-7CC34EA76EEB}"/>
              </a:ext>
            </a:extLst>
          </p:cNvPr>
          <p:cNvSpPr>
            <a:spLocks noGrp="1" noChangeArrowheads="1"/>
          </p:cNvSpPr>
          <p:nvPr>
            <p:ph type="title"/>
          </p:nvPr>
        </p:nvSpPr>
        <p:spPr>
          <a:xfrm>
            <a:off x="1011238" y="246063"/>
            <a:ext cx="10167937" cy="735012"/>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Modelo </a:t>
            </a:r>
          </a:p>
        </p:txBody>
      </p:sp>
      <p:sp>
        <p:nvSpPr>
          <p:cNvPr id="98307" name="Text Box 2">
            <a:extLst>
              <a:ext uri="{FF2B5EF4-FFF2-40B4-BE49-F238E27FC236}">
                <a16:creationId xmlns:a16="http://schemas.microsoft.com/office/drawing/2014/main" id="{3DFAC49B-A746-50C6-E8AA-B66C3E72096A}"/>
              </a:ext>
            </a:extLst>
          </p:cNvPr>
          <p:cNvSpPr txBox="1">
            <a:spLocks noChangeArrowheads="1"/>
          </p:cNvSpPr>
          <p:nvPr/>
        </p:nvSpPr>
        <p:spPr bwMode="auto">
          <a:xfrm>
            <a:off x="757238" y="1062038"/>
            <a:ext cx="11099800" cy="528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Se definen como  o también como A y se representan por la ecuación:</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que puede ponerse de la forma: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da-DK"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o sea: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endPar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1">
            <a:extLst>
              <a:ext uri="{FF2B5EF4-FFF2-40B4-BE49-F238E27FC236}">
                <a16:creationId xmlns:a16="http://schemas.microsoft.com/office/drawing/2014/main" id="{3299BA86-E1DA-1AFA-EBF4-B4253D8DD9B3}"/>
              </a:ext>
            </a:extLst>
          </p:cNvPr>
          <p:cNvSpPr txBox="1">
            <a:spLocks noChangeArrowheads="1"/>
          </p:cNvSpPr>
          <p:nvPr/>
        </p:nvSpPr>
        <p:spPr bwMode="auto">
          <a:xfrm>
            <a:off x="569913" y="1169988"/>
            <a:ext cx="10712450" cy="5002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proceso  es estacionario si lo es su componente autorregresiva, y es invertible si lo es su componente de medias móviles. Por lo tanto, podemos decir que un modelo  es invertible si las raíces del polinomio en  definido mediante </a:t>
            </a:r>
            <a:r>
              <a:rPr kumimoji="0" lang="es-MX" altLang="es-MX" sz="24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caen fuera del círculo unidad. Esta condición es equivalente a que las raíces de la ecuación  sean todas inferiores a uno en módulo.</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Un modelo  es estacionario si las raíces del polinomio definido por </a:t>
            </a:r>
            <a:r>
              <a:rPr kumimoji="0" lang="es-MX" altLang="es-MX" sz="24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caen fuera del círculo unidad. Esa condición es equivalente a que las raíces de la ecuación: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sean todas inferiores a uno en módulo</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1">
            <a:extLst>
              <a:ext uri="{FF2B5EF4-FFF2-40B4-BE49-F238E27FC236}">
                <a16:creationId xmlns:a16="http://schemas.microsoft.com/office/drawing/2014/main" id="{1E86132A-73CD-DF20-0A7A-9970E09E4612}"/>
              </a:ext>
            </a:extLst>
          </p:cNvPr>
          <p:cNvSpPr>
            <a:spLocks noChangeArrowheads="1"/>
          </p:cNvSpPr>
          <p:nvPr/>
        </p:nvSpPr>
        <p:spPr bwMode="auto">
          <a:xfrm rot="5400000">
            <a:off x="858044" y="346869"/>
            <a:ext cx="146050" cy="703262"/>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02403" name="Rectangle 2">
            <a:extLst>
              <a:ext uri="{FF2B5EF4-FFF2-40B4-BE49-F238E27FC236}">
                <a16:creationId xmlns:a16="http://schemas.microsoft.com/office/drawing/2014/main" id="{73120206-C918-0850-0691-55B5CBEFA3D0}"/>
              </a:ext>
            </a:extLst>
          </p:cNvPr>
          <p:cNvSpPr>
            <a:spLocks noChangeArrowheads="1"/>
          </p:cNvSpPr>
          <p:nvPr/>
        </p:nvSpPr>
        <p:spPr bwMode="auto">
          <a:xfrm flipV="1">
            <a:off x="577850" y="4500563"/>
            <a:ext cx="11034713" cy="17462"/>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02404" name="Rectangle 3">
            <a:extLst>
              <a:ext uri="{FF2B5EF4-FFF2-40B4-BE49-F238E27FC236}">
                <a16:creationId xmlns:a16="http://schemas.microsoft.com/office/drawing/2014/main" id="{13B87B63-0793-F452-A1FE-E7CEC577FF30}"/>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02405" name="Rectangle 4">
            <a:extLst>
              <a:ext uri="{FF2B5EF4-FFF2-40B4-BE49-F238E27FC236}">
                <a16:creationId xmlns:a16="http://schemas.microsoft.com/office/drawing/2014/main" id="{52AFB2AA-CED6-B1E9-A858-996111FB4AEC}"/>
              </a:ext>
            </a:extLst>
          </p:cNvPr>
          <p:cNvSpPr>
            <a:spLocks noChangeArrowheads="1"/>
          </p:cNvSpPr>
          <p:nvPr/>
        </p:nvSpPr>
        <p:spPr bwMode="auto">
          <a:xfrm>
            <a:off x="1903413" y="222250"/>
            <a:ext cx="8385175" cy="1331913"/>
          </a:xfrm>
          <a:prstGeom prst="rect">
            <a:avLst/>
          </a:prstGeom>
          <a:solidFill>
            <a:srgbClr val="FFFFFF"/>
          </a:solidFill>
          <a:ln w="12600">
            <a:solidFill>
              <a:srgbClr val="E4F0EF"/>
            </a:solidFill>
            <a:miter lim="800000"/>
            <a:headEnd/>
            <a:tailEnd/>
          </a:ln>
          <a:effectLst>
            <a:outerShdw dist="37675" dir="2700000" algn="ctr" rotWithShape="0">
              <a:srgbClr val="BCC5CA">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graphicFrame>
        <p:nvGraphicFramePr>
          <p:cNvPr id="102406" name="Object 5">
            <a:extLst>
              <a:ext uri="{FF2B5EF4-FFF2-40B4-BE49-F238E27FC236}">
                <a16:creationId xmlns:a16="http://schemas.microsoft.com/office/drawing/2014/main" id="{69C3622E-A519-76A8-E78F-DA5C2CDE3532}"/>
              </a:ext>
            </a:extLst>
          </p:cNvPr>
          <p:cNvGraphicFramePr>
            <a:graphicFrameLocks noChangeAspect="1"/>
          </p:cNvGraphicFramePr>
          <p:nvPr/>
        </p:nvGraphicFramePr>
        <p:xfrm>
          <a:off x="2103438" y="196850"/>
          <a:ext cx="7985125" cy="654050"/>
        </p:xfrm>
        <a:graphic>
          <a:graphicData uri="http://schemas.openxmlformats.org/presentationml/2006/ole">
            <mc:AlternateContent xmlns:mc="http://schemas.openxmlformats.org/markup-compatibility/2006">
              <mc:Choice xmlns:v="urn:schemas-microsoft-com:vml" Requires="v">
                <p:oleObj r:id="rId3" imgW="1056512" imgH="187635" progId="">
                  <p:embed/>
                </p:oleObj>
              </mc:Choice>
              <mc:Fallback>
                <p:oleObj r:id="rId3" imgW="1056512" imgH="187635" progId="">
                  <p:embed/>
                  <p:pic>
                    <p:nvPicPr>
                      <p:cNvPr id="102406" name="Object 5">
                        <a:extLst>
                          <a:ext uri="{FF2B5EF4-FFF2-40B4-BE49-F238E27FC236}">
                            <a16:creationId xmlns:a16="http://schemas.microsoft.com/office/drawing/2014/main" id="{69C3622E-A519-76A8-E78F-DA5C2CDE3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3438" y="196850"/>
                        <a:ext cx="7985125" cy="6540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07" name="AutoShape 6">
            <a:extLst>
              <a:ext uri="{FF2B5EF4-FFF2-40B4-BE49-F238E27FC236}">
                <a16:creationId xmlns:a16="http://schemas.microsoft.com/office/drawing/2014/main" id="{F2D0F258-CAF4-245D-3DB6-0593815055BF}"/>
              </a:ext>
            </a:extLst>
          </p:cNvPr>
          <p:cNvSpPr>
            <a:spLocks noChangeArrowheads="1"/>
          </p:cNvSpPr>
          <p:nvPr/>
        </p:nvSpPr>
        <p:spPr bwMode="auto">
          <a:xfrm>
            <a:off x="2482850" y="1211263"/>
            <a:ext cx="7226300" cy="685800"/>
          </a:xfrm>
          <a:custGeom>
            <a:avLst/>
            <a:gdLst>
              <a:gd name="T0" fmla="*/ 7226300 w 7226300"/>
              <a:gd name="T1" fmla="*/ 342900 h 685800"/>
              <a:gd name="T2" fmla="*/ 3613150 w 7226300"/>
              <a:gd name="T3" fmla="*/ 685800 h 685800"/>
              <a:gd name="T4" fmla="*/ 0 w 7226300"/>
              <a:gd name="T5" fmla="*/ 342900 h 685800"/>
              <a:gd name="T6" fmla="*/ 3613150 w 7226300"/>
              <a:gd name="T7" fmla="*/ 0 h 685800"/>
              <a:gd name="T8" fmla="*/ 0 60000 65536"/>
              <a:gd name="T9" fmla="*/ 5898240 60000 65536"/>
              <a:gd name="T10" fmla="*/ 11796480 60000 65536"/>
              <a:gd name="T11" fmla="*/ 17694720 60000 65536"/>
              <a:gd name="T12" fmla="*/ 0 w 7226300"/>
              <a:gd name="T13" fmla="*/ 0 h 685800"/>
              <a:gd name="T14" fmla="*/ 7226300 w 7226300"/>
              <a:gd name="T15" fmla="*/ 685800 h 685800"/>
            </a:gdLst>
            <a:ahLst/>
            <a:cxnLst>
              <a:cxn ang="T8">
                <a:pos x="T0" y="T1"/>
              </a:cxn>
              <a:cxn ang="T9">
                <a:pos x="T2" y="T3"/>
              </a:cxn>
              <a:cxn ang="T10">
                <a:pos x="T4" y="T5"/>
              </a:cxn>
              <a:cxn ang="T11">
                <a:pos x="T6" y="T7"/>
              </a:cxn>
            </a:cxnLst>
            <a:rect l="T12" t="T13" r="T14" b="T15"/>
            <a:pathLst>
              <a:path w="7226300" h="685800">
                <a:moveTo>
                  <a:pt x="0" y="1905"/>
                </a:moveTo>
                <a:lnTo>
                  <a:pt x="1905" y="1905"/>
                </a:lnTo>
                <a:lnTo>
                  <a:pt x="180" y="90"/>
                </a:lnTo>
                <a:lnTo>
                  <a:pt x="18167" y="0"/>
                </a:lnTo>
                <a:lnTo>
                  <a:pt x="1905" y="1905"/>
                </a:lnTo>
                <a:lnTo>
                  <a:pt x="270" y="90"/>
                </a:lnTo>
                <a:lnTo>
                  <a:pt x="20072" y="0"/>
                </a:lnTo>
                <a:lnTo>
                  <a:pt x="1905" y="1905"/>
                </a:lnTo>
                <a:lnTo>
                  <a:pt x="0" y="1905"/>
                </a:lnTo>
                <a:close/>
              </a:path>
            </a:pathLst>
          </a:custGeom>
          <a:solidFill>
            <a:srgbClr val="C79784"/>
          </a:solidFill>
          <a:ln>
            <a:noFill/>
          </a:ln>
          <a:effectLst/>
          <a:extLst>
            <a:ext uri="{91240B29-F687-4F45-9708-019B960494DF}">
              <a14:hiddenLine xmlns:a14="http://schemas.microsoft.com/office/drawing/2010/main" w="12600" cap="flat">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102408" name="Picture 7">
            <a:extLst>
              <a:ext uri="{FF2B5EF4-FFF2-40B4-BE49-F238E27FC236}">
                <a16:creationId xmlns:a16="http://schemas.microsoft.com/office/drawing/2014/main" id="{532707AD-7ADA-9C98-093C-229235BAC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2975" y="1047750"/>
            <a:ext cx="5943600" cy="57213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409" name="Picture 8">
            <a:extLst>
              <a:ext uri="{FF2B5EF4-FFF2-40B4-BE49-F238E27FC236}">
                <a16:creationId xmlns:a16="http://schemas.microsoft.com/office/drawing/2014/main" id="{0BFA0B2B-AEA6-74F8-0D05-5DEB90A60B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413" y="784225"/>
            <a:ext cx="5643562" cy="557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
            <a:extLst>
              <a:ext uri="{FF2B5EF4-FFF2-40B4-BE49-F238E27FC236}">
                <a16:creationId xmlns:a16="http://schemas.microsoft.com/office/drawing/2014/main" id="{97C84872-82C5-69A8-1D51-0D8A10B8BA85}"/>
              </a:ext>
            </a:extLst>
          </p:cNvPr>
          <p:cNvSpPr>
            <a:spLocks noGrp="1" noChangeArrowheads="1"/>
          </p:cNvSpPr>
          <p:nvPr>
            <p:ph type="title"/>
          </p:nvPr>
        </p:nvSpPr>
        <p:spPr>
          <a:xfrm>
            <a:off x="1116013" y="968375"/>
            <a:ext cx="11807825" cy="636588"/>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s-MX" altLang="es-MX" sz="3200" b="1"/>
              <a:t>Varianza, autocovarianza </a:t>
            </a:r>
          </a:p>
        </p:txBody>
      </p:sp>
      <p:sp>
        <p:nvSpPr>
          <p:cNvPr id="104451" name="Text Box 2">
            <a:extLst>
              <a:ext uri="{FF2B5EF4-FFF2-40B4-BE49-F238E27FC236}">
                <a16:creationId xmlns:a16="http://schemas.microsoft.com/office/drawing/2014/main" id="{AAFB1D11-D1B2-228F-AA0F-3C13C83FCD64}"/>
              </a:ext>
            </a:extLst>
          </p:cNvPr>
          <p:cNvSpPr txBox="1">
            <a:spLocks noChangeArrowheads="1"/>
          </p:cNvSpPr>
          <p:nvPr/>
        </p:nvSpPr>
        <p:spPr bwMode="auto">
          <a:xfrm>
            <a:off x="1116013" y="2349500"/>
            <a:ext cx="10167937" cy="379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 varianza de un proceso  es</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 función de autocovarianza</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1">
            <a:extLst>
              <a:ext uri="{FF2B5EF4-FFF2-40B4-BE49-F238E27FC236}">
                <a16:creationId xmlns:a16="http://schemas.microsoft.com/office/drawing/2014/main" id="{15BAF4A8-E346-EFD9-6DAF-3453CA67DA61}"/>
              </a:ext>
            </a:extLst>
          </p:cNvPr>
          <p:cNvSpPr txBox="1">
            <a:spLocks noChangeArrowheads="1"/>
          </p:cNvSpPr>
          <p:nvPr/>
        </p:nvSpPr>
        <p:spPr bwMode="auto">
          <a:xfrm>
            <a:off x="1116013" y="1081088"/>
            <a:ext cx="10167937" cy="5091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l"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La función de autocorrelación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Y la función de autocorrelación parcial </a:t>
            </a: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0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l"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400" b="0" i="0"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p:txBody>
      </p:sp>
      <p:sp>
        <p:nvSpPr>
          <p:cNvPr id="106499" name="Rectangle 2">
            <a:extLst>
              <a:ext uri="{FF2B5EF4-FFF2-40B4-BE49-F238E27FC236}">
                <a16:creationId xmlns:a16="http://schemas.microsoft.com/office/drawing/2014/main" id="{F2C5F4CE-52C4-255D-A5CA-4B3454E575AD}"/>
              </a:ext>
            </a:extLst>
          </p:cNvPr>
          <p:cNvSpPr>
            <a:spLocks noChangeArrowheads="1"/>
          </p:cNvSpPr>
          <p:nvPr/>
        </p:nvSpPr>
        <p:spPr bwMode="auto">
          <a:xfrm>
            <a:off x="1116013" y="315913"/>
            <a:ext cx="7427912"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Lst>
              <a:defRPr>
                <a:solidFill>
                  <a:schemeClr val="tx1"/>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 pos="3657600" algn="l"/>
                <a:tab pos="4572000" algn="l"/>
                <a:tab pos="5486400" algn="l"/>
                <a:tab pos="6400800" algn="l"/>
                <a:tab pos="7315200" algn="l"/>
              </a:tabLst>
              <a:defRPr/>
            </a:pPr>
            <a:r>
              <a:rPr kumimoji="0" lang="es-MX" altLang="es-MX" sz="3300" b="1" i="0" u="none" strike="noStrike" kern="1200" cap="none" spc="0" normalizeH="0" baseline="0" noProof="0">
                <a:ln>
                  <a:noFill/>
                </a:ln>
                <a:solidFill>
                  <a:srgbClr val="000000"/>
                </a:solidFill>
                <a:effectLst/>
                <a:uLnTx/>
                <a:uFillTx/>
                <a:latin typeface="Neue Haas Grotesk Text Pro" panose="020B0504020202020204" pitchFamily="34" charset="0"/>
                <a:ea typeface="+mn-ea"/>
              </a:rPr>
              <a:t>y autocorrelaciones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
            <a:extLst>
              <a:ext uri="{FF2B5EF4-FFF2-40B4-BE49-F238E27FC236}">
                <a16:creationId xmlns:a16="http://schemas.microsoft.com/office/drawing/2014/main" id="{EF75D500-32BD-3CAA-7567-AC876D3BA1C5}"/>
              </a:ext>
            </a:extLst>
          </p:cNvPr>
          <p:cNvSpPr>
            <a:spLocks noGrp="1" noChangeArrowheads="1"/>
          </p:cNvSpPr>
          <p:nvPr>
            <p:ph type="title"/>
          </p:nvPr>
        </p:nvSpPr>
        <p:spPr>
          <a:xfrm>
            <a:off x="1116013" y="549275"/>
            <a:ext cx="10167937" cy="1179513"/>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4000" b="1"/>
              <a:t>Modelos </a:t>
            </a:r>
          </a:p>
        </p:txBody>
      </p:sp>
      <p:sp>
        <p:nvSpPr>
          <p:cNvPr id="108547" name="Text Box 2">
            <a:extLst>
              <a:ext uri="{FF2B5EF4-FFF2-40B4-BE49-F238E27FC236}">
                <a16:creationId xmlns:a16="http://schemas.microsoft.com/office/drawing/2014/main" id="{9991232B-F250-ECBB-BE62-005979646A68}"/>
              </a:ext>
            </a:extLst>
          </p:cNvPr>
          <p:cNvSpPr txBox="1">
            <a:spLocks noChangeArrowheads="1"/>
          </p:cNvSpPr>
          <p:nvPr/>
        </p:nvSpPr>
        <p:spPr bwMode="auto">
          <a:xfrm>
            <a:off x="908050" y="1573213"/>
            <a:ext cx="10918825" cy="459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28600" indent="-22860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1pPr>
            <a:lvl2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2pPr>
            <a:lvl3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3pPr>
            <a:lvl4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4pPr>
            <a:lvl5pPr>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5pPr>
            <a:lvl6pPr marL="25146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6pPr>
            <a:lvl7pPr marL="29718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7pPr>
            <a:lvl8pPr marL="34290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8pPr>
            <a:lvl9pPr marL="3886200" indent="-228600" eaLnBrk="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DejaVu Sans" charset="0"/>
              </a:defRPr>
            </a:lvl9pPr>
          </a:lstStyle>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Un modelo  es una serie temporal que se convierte en un ruido blanco (proceso puramente aleatorio) después de ser diferenciada </a:t>
            </a:r>
            <a:r>
              <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veces. El modelo  se expresa mediante: </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					. </a:t>
            </a: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El modelo general  denominado proceso autorregresivo integrado de medias móviles de orden , toma la siguiente expresión:</a:t>
            </a:r>
          </a:p>
          <a:p>
            <a:pPr marL="228600" marR="0" lvl="0" indent="-228600" algn="just" defTabSz="914400" rtl="0" eaLnBrk="1" fontAlgn="base" latinLnBrk="0" hangingPunct="1">
              <a:lnSpc>
                <a:spcPct val="110000"/>
              </a:lnSpc>
              <a:spcBef>
                <a:spcPts val="1013"/>
              </a:spcBef>
              <a:spcAft>
                <a:spcPts val="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endParaRPr>
          </a:p>
          <a:p>
            <a:pPr marL="228600" marR="0" lvl="0" indent="-228600" algn="just" defTabSz="914400" rtl="0" eaLnBrk="1" fontAlgn="base" latinLnBrk="0" hangingPunct="1">
              <a:lnSpc>
                <a:spcPct val="110000"/>
              </a:lnSpc>
              <a:spcBef>
                <a:spcPts val="1013"/>
              </a:spcBef>
              <a:spcAft>
                <a:spcPts val="13"/>
              </a:spcAft>
              <a:buClr>
                <a:srgbClr val="000000"/>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Un modelo  permite describir una serie de observaciones después de que hayan sido diferenciadas </a:t>
            </a:r>
            <a:r>
              <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veces, a fin de extraer las posibles fuentes de no estacionariedad. Esta fórmula general se puede aplicar a cualquier modelo. Si hay alguna componente </a:t>
            </a:r>
            <a:r>
              <a:rPr kumimoji="0" lang="es-MX" altLang="es-MX" sz="2200" b="0" i="1" u="none" strike="noStrike" kern="1200" cap="none" spc="0" normalizeH="0" baseline="0" noProof="0">
                <a:ln>
                  <a:noFill/>
                </a:ln>
                <a:solidFill>
                  <a:srgbClr val="000000"/>
                </a:solidFill>
                <a:effectLst/>
                <a:uLnTx/>
                <a:uFillTx/>
                <a:latin typeface="Neue Haas Grotesk Text Pro" panose="020B0504020202020204" pitchFamily="34" charset="0"/>
                <a:ea typeface="+mn-ea"/>
              </a:rPr>
              <a:t> </a:t>
            </a:r>
            <a:r>
              <a:rPr kumimoji="0" lang="es-MX" altLang="es-MX" sz="2200" b="0" i="0" u="none" strike="noStrike" kern="1200" cap="none" spc="0" normalizeH="0" baseline="0" noProof="0">
                <a:ln>
                  <a:noFill/>
                </a:ln>
                <a:solidFill>
                  <a:srgbClr val="000000"/>
                </a:solidFill>
                <a:effectLst/>
                <a:uLnTx/>
                <a:uFillTx/>
                <a:latin typeface="Neue Haas Grotesk Text Pro" panose="020B0504020202020204" pitchFamily="34" charset="0"/>
                <a:ea typeface="+mn-ea"/>
              </a:rPr>
              <a:t>igual a cero, se elimina el término correspondiente de la fórmula general.</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1">
            <a:extLst>
              <a:ext uri="{FF2B5EF4-FFF2-40B4-BE49-F238E27FC236}">
                <a16:creationId xmlns:a16="http://schemas.microsoft.com/office/drawing/2014/main" id="{A63CFA4B-2910-FC31-2BAE-6A0AC08686E4}"/>
              </a:ext>
            </a:extLst>
          </p:cNvPr>
          <p:cNvSpPr>
            <a:spLocks noChangeArrowheads="1"/>
          </p:cNvSpPr>
          <p:nvPr/>
        </p:nvSpPr>
        <p:spPr bwMode="auto">
          <a:xfrm rot="5400000">
            <a:off x="858044" y="346869"/>
            <a:ext cx="146050" cy="703262"/>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0595" name="Rectangle 2">
            <a:extLst>
              <a:ext uri="{FF2B5EF4-FFF2-40B4-BE49-F238E27FC236}">
                <a16:creationId xmlns:a16="http://schemas.microsoft.com/office/drawing/2014/main" id="{9E1479BA-EDF7-B6FC-0C60-0BFDC57F9FC9}"/>
              </a:ext>
            </a:extLst>
          </p:cNvPr>
          <p:cNvSpPr>
            <a:spLocks noChangeArrowheads="1"/>
          </p:cNvSpPr>
          <p:nvPr/>
        </p:nvSpPr>
        <p:spPr bwMode="auto">
          <a:xfrm flipV="1">
            <a:off x="577850" y="4500563"/>
            <a:ext cx="11034713" cy="17462"/>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0596" name="Rectangle 3">
            <a:extLst>
              <a:ext uri="{FF2B5EF4-FFF2-40B4-BE49-F238E27FC236}">
                <a16:creationId xmlns:a16="http://schemas.microsoft.com/office/drawing/2014/main" id="{366FBA55-6099-9A02-995E-13F3C3B4267D}"/>
              </a:ext>
            </a:extLst>
          </p:cNvPr>
          <p:cNvSpPr>
            <a:spLocks noChangeArrowheads="1"/>
          </p:cNvSpPr>
          <p:nvPr/>
        </p:nvSpPr>
        <p:spPr bwMode="auto">
          <a:xfrm>
            <a:off x="0" y="0"/>
            <a:ext cx="12192000" cy="6858000"/>
          </a:xfrm>
          <a:prstGeom prst="rect">
            <a:avLst/>
          </a:prstGeom>
          <a:solidFill>
            <a:srgbClr val="FFFFFF"/>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0597" name="Rectangle 4">
            <a:extLst>
              <a:ext uri="{FF2B5EF4-FFF2-40B4-BE49-F238E27FC236}">
                <a16:creationId xmlns:a16="http://schemas.microsoft.com/office/drawing/2014/main" id="{DF39EF45-43B6-3A65-43DA-9635AB55E7C4}"/>
              </a:ext>
            </a:extLst>
          </p:cNvPr>
          <p:cNvSpPr>
            <a:spLocks noChangeArrowheads="1"/>
          </p:cNvSpPr>
          <p:nvPr/>
        </p:nvSpPr>
        <p:spPr bwMode="auto">
          <a:xfrm>
            <a:off x="550863" y="304800"/>
            <a:ext cx="11096625" cy="1573213"/>
          </a:xfrm>
          <a:prstGeom prst="rect">
            <a:avLst/>
          </a:prstGeom>
          <a:solidFill>
            <a:srgbClr val="FFFFFF"/>
          </a:solidFill>
          <a:ln w="12600">
            <a:solidFill>
              <a:srgbClr val="E4F0EF"/>
            </a:solidFill>
            <a:miter lim="800000"/>
            <a:headEnd/>
            <a:tailEnd/>
          </a:ln>
          <a:effectLst>
            <a:outerShdw dist="37675" dir="2700000" algn="ctr" rotWithShape="0">
              <a:srgbClr val="BCC5CA">
                <a:alpha val="30037"/>
              </a:srgbClr>
            </a:outerShdw>
          </a:effec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0598" name="Rectangle 5">
            <a:extLst>
              <a:ext uri="{FF2B5EF4-FFF2-40B4-BE49-F238E27FC236}">
                <a16:creationId xmlns:a16="http://schemas.microsoft.com/office/drawing/2014/main" id="{7A55FC34-C7CA-5205-11C7-C3DF9C2E8003}"/>
              </a:ext>
            </a:extLst>
          </p:cNvPr>
          <p:cNvSpPr>
            <a:spLocks noGrp="1" noChangeArrowheads="1"/>
          </p:cNvSpPr>
          <p:nvPr>
            <p:ph type="title"/>
          </p:nvPr>
        </p:nvSpPr>
        <p:spPr>
          <a:xfrm>
            <a:off x="901700" y="406400"/>
            <a:ext cx="10533063" cy="1371600"/>
          </a:xfrm>
        </p:spPr>
        <p:txBody>
          <a:bodyPr/>
          <a:lstStyle/>
          <a:p>
            <a:pPr eaLnBrk="1" hangingPunct="1">
              <a:lnSpc>
                <a:spcPct val="9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s-MX" sz="3000" b="1"/>
              <a:t>Recordando la Identificación de los parámetros: </a:t>
            </a:r>
          </a:p>
        </p:txBody>
      </p:sp>
      <p:sp>
        <p:nvSpPr>
          <p:cNvPr id="110599" name="Rectangle 6">
            <a:extLst>
              <a:ext uri="{FF2B5EF4-FFF2-40B4-BE49-F238E27FC236}">
                <a16:creationId xmlns:a16="http://schemas.microsoft.com/office/drawing/2014/main" id="{6B7DFB85-866F-4905-CB50-D149B371B138}"/>
              </a:ext>
            </a:extLst>
          </p:cNvPr>
          <p:cNvSpPr>
            <a:spLocks noChangeArrowheads="1"/>
          </p:cNvSpPr>
          <p:nvPr/>
        </p:nvSpPr>
        <p:spPr bwMode="auto">
          <a:xfrm>
            <a:off x="495300" y="763588"/>
            <a:ext cx="128588" cy="654050"/>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0600" name="Rectangle 7">
            <a:extLst>
              <a:ext uri="{FF2B5EF4-FFF2-40B4-BE49-F238E27FC236}">
                <a16:creationId xmlns:a16="http://schemas.microsoft.com/office/drawing/2014/main" id="{52B77958-D054-CC28-81DC-07486C026473}"/>
              </a:ext>
            </a:extLst>
          </p:cNvPr>
          <p:cNvSpPr>
            <a:spLocks noChangeArrowheads="1"/>
          </p:cNvSpPr>
          <p:nvPr/>
        </p:nvSpPr>
        <p:spPr bwMode="auto">
          <a:xfrm rot="5400000">
            <a:off x="7131050" y="1071563"/>
            <a:ext cx="1020763" cy="7937"/>
          </a:xfrm>
          <a:prstGeom prst="rect">
            <a:avLst/>
          </a:prstGeom>
          <a:solidFill>
            <a:srgbClr val="BCDAD6"/>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110601" name="Picture 8">
            <a:extLst>
              <a:ext uri="{FF2B5EF4-FFF2-40B4-BE49-F238E27FC236}">
                <a16:creationId xmlns:a16="http://schemas.microsoft.com/office/drawing/2014/main" id="{106ED69D-39AD-1879-A779-17B822A6F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3" y="1536700"/>
            <a:ext cx="11096625" cy="47990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2642" name="Rectangle 1">
            <a:extLst>
              <a:ext uri="{FF2B5EF4-FFF2-40B4-BE49-F238E27FC236}">
                <a16:creationId xmlns:a16="http://schemas.microsoft.com/office/drawing/2014/main" id="{0FB70981-E6F9-8467-AA43-955000037DDC}"/>
              </a:ext>
            </a:extLst>
          </p:cNvPr>
          <p:cNvSpPr>
            <a:spLocks noChangeArrowheads="1"/>
          </p:cNvSpPr>
          <p:nvPr/>
        </p:nvSpPr>
        <p:spPr bwMode="auto">
          <a:xfrm rot="5400000">
            <a:off x="858044" y="346869"/>
            <a:ext cx="146050" cy="703262"/>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2643" name="Rectangle 2">
            <a:extLst>
              <a:ext uri="{FF2B5EF4-FFF2-40B4-BE49-F238E27FC236}">
                <a16:creationId xmlns:a16="http://schemas.microsoft.com/office/drawing/2014/main" id="{F6F4CB06-870C-9DC3-E5BF-9BD7B0700751}"/>
              </a:ext>
            </a:extLst>
          </p:cNvPr>
          <p:cNvSpPr>
            <a:spLocks noChangeArrowheads="1"/>
          </p:cNvSpPr>
          <p:nvPr/>
        </p:nvSpPr>
        <p:spPr bwMode="auto">
          <a:xfrm flipV="1">
            <a:off x="577850" y="4500563"/>
            <a:ext cx="11034713" cy="17462"/>
          </a:xfrm>
          <a:prstGeom prst="rect">
            <a:avLst/>
          </a:prstGeom>
          <a:solidFill>
            <a:srgbClr val="F8F9F9"/>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2644" name="Rectangle 3">
            <a:extLst>
              <a:ext uri="{FF2B5EF4-FFF2-40B4-BE49-F238E27FC236}">
                <a16:creationId xmlns:a16="http://schemas.microsoft.com/office/drawing/2014/main" id="{26D21413-C465-A2CC-37AE-7625D1D488FB}"/>
              </a:ext>
            </a:extLst>
          </p:cNvPr>
          <p:cNvSpPr>
            <a:spLocks noChangeArrowheads="1"/>
          </p:cNvSpPr>
          <p:nvPr/>
        </p:nvSpPr>
        <p:spPr bwMode="auto">
          <a:xfrm>
            <a:off x="0" y="0"/>
            <a:ext cx="12192000" cy="6858000"/>
          </a:xfrm>
          <a:prstGeom prst="rect">
            <a:avLst/>
          </a:prstGeom>
          <a:solidFill>
            <a:srgbClr val="000000"/>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2645" name="Line 4">
            <a:extLst>
              <a:ext uri="{FF2B5EF4-FFF2-40B4-BE49-F238E27FC236}">
                <a16:creationId xmlns:a16="http://schemas.microsoft.com/office/drawing/2014/main" id="{2A02A416-D739-9FA5-0B92-BA89EA3AEA74}"/>
              </a:ext>
            </a:extLst>
          </p:cNvPr>
          <p:cNvSpPr>
            <a:spLocks noChangeShapeType="1"/>
          </p:cNvSpPr>
          <p:nvPr/>
        </p:nvSpPr>
        <p:spPr bwMode="auto">
          <a:xfrm>
            <a:off x="800100" y="723900"/>
            <a:ext cx="1638300" cy="1588"/>
          </a:xfrm>
          <a:prstGeom prst="line">
            <a:avLst/>
          </a:prstGeom>
          <a:noFill/>
          <a:ln w="44280">
            <a:solidFill>
              <a:srgbClr val="FFFF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pic>
        <p:nvPicPr>
          <p:cNvPr id="112646" name="Picture 5">
            <a:extLst>
              <a:ext uri="{FF2B5EF4-FFF2-40B4-BE49-F238E27FC236}">
                <a16:creationId xmlns:a16="http://schemas.microsoft.com/office/drawing/2014/main" id="{7A37BEBF-5771-3E3D-1BAB-74195D054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357"/>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blipFill dpi="0" rotWithShape="0">
                  <a:blip/>
                  <a:srcRect t="16357"/>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47" name="Rectangle 6">
            <a:extLst>
              <a:ext uri="{FF2B5EF4-FFF2-40B4-BE49-F238E27FC236}">
                <a16:creationId xmlns:a16="http://schemas.microsoft.com/office/drawing/2014/main" id="{67168A32-73B1-132D-FD5A-9B6DEA45C4D3}"/>
              </a:ext>
            </a:extLst>
          </p:cNvPr>
          <p:cNvSpPr>
            <a:spLocks noChangeArrowheads="1"/>
          </p:cNvSpPr>
          <p:nvPr/>
        </p:nvSpPr>
        <p:spPr bwMode="auto">
          <a:xfrm rot="5400000">
            <a:off x="166688" y="-166688"/>
            <a:ext cx="6858000" cy="7191375"/>
          </a:xfrm>
          <a:prstGeom prst="rect">
            <a:avLst/>
          </a:prstGeom>
          <a:gradFill rotWithShape="0">
            <a:gsLst>
              <a:gs pos="0">
                <a:srgbClr val="000000">
                  <a:alpha val="59998"/>
                </a:srgbClr>
              </a:gs>
              <a:gs pos="100000">
                <a:srgbClr val="000000">
                  <a:alpha val="0"/>
                </a:srgbClr>
              </a:gs>
            </a:gsLst>
            <a:lin ang="0" scaled="1"/>
          </a:gra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2648" name="Rectangle 7">
            <a:extLst>
              <a:ext uri="{FF2B5EF4-FFF2-40B4-BE49-F238E27FC236}">
                <a16:creationId xmlns:a16="http://schemas.microsoft.com/office/drawing/2014/main" id="{995B0161-1781-9528-679D-E9ED3EAD2613}"/>
              </a:ext>
            </a:extLst>
          </p:cNvPr>
          <p:cNvSpPr>
            <a:spLocks noGrp="1" noChangeArrowheads="1"/>
          </p:cNvSpPr>
          <p:nvPr>
            <p:ph type="title"/>
          </p:nvPr>
        </p:nvSpPr>
        <p:spPr>
          <a:xfrm>
            <a:off x="476250" y="1123950"/>
            <a:ext cx="4022725" cy="3200400"/>
          </a:xfrm>
        </p:spPr>
        <p:txBody>
          <a:bodyPr anchor="b"/>
          <a:lstStyle/>
          <a:p>
            <a:pPr eaLnBrk="1" hangingPunct="1">
              <a:lnSpc>
                <a:spcPct val="90000"/>
              </a:lnSpc>
              <a:tabLst>
                <a:tab pos="914400" algn="l"/>
                <a:tab pos="1828800" algn="l"/>
                <a:tab pos="2743200" algn="l"/>
                <a:tab pos="3657600" algn="l"/>
              </a:tabLst>
            </a:pPr>
            <a:r>
              <a:rPr lang="en-US" altLang="es-MX" sz="4800" b="1">
                <a:solidFill>
                  <a:srgbClr val="FFFFFF"/>
                </a:solidFill>
              </a:rPr>
              <a:t>Modelado con python</a:t>
            </a:r>
          </a:p>
        </p:txBody>
      </p:sp>
      <p:sp>
        <p:nvSpPr>
          <p:cNvPr id="112649" name="Rectangle 8">
            <a:extLst>
              <a:ext uri="{FF2B5EF4-FFF2-40B4-BE49-F238E27FC236}">
                <a16:creationId xmlns:a16="http://schemas.microsoft.com/office/drawing/2014/main" id="{518E0039-90B6-AE7B-FE64-4ED0C1E423C5}"/>
              </a:ext>
            </a:extLst>
          </p:cNvPr>
          <p:cNvSpPr>
            <a:spLocks noChangeArrowheads="1"/>
          </p:cNvSpPr>
          <p:nvPr/>
        </p:nvSpPr>
        <p:spPr bwMode="auto">
          <a:xfrm rot="5400000">
            <a:off x="761207" y="346868"/>
            <a:ext cx="146050" cy="703263"/>
          </a:xfrm>
          <a:prstGeom prst="rect">
            <a:avLst/>
          </a:prstGeom>
          <a:solidFill>
            <a:srgbClr val="C79784"/>
          </a:solidFill>
          <a:ln>
            <a:noFill/>
          </a:ln>
          <a:effectLst/>
          <a:extLst>
            <a:ext uri="{91240B29-F687-4F45-9708-019B960494DF}">
              <a14:hiddenLine xmlns:a14="http://schemas.microsoft.com/office/drawing/2010/main" w="1260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112650" name="Rectangle 9">
            <a:extLst>
              <a:ext uri="{FF2B5EF4-FFF2-40B4-BE49-F238E27FC236}">
                <a16:creationId xmlns:a16="http://schemas.microsoft.com/office/drawing/2014/main" id="{0A60B958-9724-45BF-5BA6-D7775CC22E2E}"/>
              </a:ext>
            </a:extLst>
          </p:cNvPr>
          <p:cNvSpPr>
            <a:spLocks noChangeArrowheads="1"/>
          </p:cNvSpPr>
          <p:nvPr/>
        </p:nvSpPr>
        <p:spPr bwMode="auto">
          <a:xfrm>
            <a:off x="481013" y="4546600"/>
            <a:ext cx="3976687" cy="17463"/>
          </a:xfrm>
          <a:prstGeom prst="rect">
            <a:avLst/>
          </a:prstGeom>
          <a:solidFill>
            <a:srgbClr val="F8F9F9"/>
          </a:solidFill>
          <a:ln>
            <a:noFill/>
          </a:ln>
          <a:effectLst/>
          <a:extLst>
            <a:ext uri="{91240B29-F687-4F45-9708-019B960494DF}">
              <a14:hiddenLine xmlns:a14="http://schemas.microsoft.com/office/drawing/2010/main" w="3240">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alt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Neue Haas Grotesk Text Pro"/>
        <a:ea typeface=""/>
        <a:cs typeface="DejaVu Sans"/>
      </a:majorFont>
      <a:minorFont>
        <a:latin typeface="Neue Haas Grotesk Text Pro"/>
        <a:ea typeface=""/>
        <a:cs typeface="DejaVu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Neue Haas Grotesk Text Pro"/>
        <a:ea typeface=""/>
        <a:cs typeface="DejaVu Sans"/>
      </a:majorFont>
      <a:minorFont>
        <a:latin typeface="Neue Haas Grotesk Text Pro"/>
        <a:ea typeface=""/>
        <a:cs typeface="DejaVu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5748</TotalTime>
  <Words>2725</Words>
  <Application>Microsoft Office PowerPoint</Application>
  <PresentationFormat>Panorámica</PresentationFormat>
  <Paragraphs>273</Paragraphs>
  <Slides>43</Slides>
  <Notes>40</Notes>
  <HiddenSlides>0</HiddenSlides>
  <MMClips>0</MMClips>
  <ScaleCrop>false</ScaleCrop>
  <HeadingPairs>
    <vt:vector size="8" baseType="variant">
      <vt:variant>
        <vt:lpstr>Fuentes usadas</vt:lpstr>
      </vt:variant>
      <vt:variant>
        <vt:i4>7</vt:i4>
      </vt:variant>
      <vt:variant>
        <vt:lpstr>Tema</vt:lpstr>
      </vt:variant>
      <vt:variant>
        <vt:i4>2</vt:i4>
      </vt:variant>
      <vt:variant>
        <vt:lpstr>Servidores OLE incrustados</vt:lpstr>
      </vt:variant>
      <vt:variant>
        <vt:i4>0</vt:i4>
      </vt:variant>
      <vt:variant>
        <vt:lpstr>Títulos de diapositiva</vt:lpstr>
      </vt:variant>
      <vt:variant>
        <vt:i4>43</vt:i4>
      </vt:variant>
    </vt:vector>
  </HeadingPairs>
  <TitlesOfParts>
    <vt:vector size="52" baseType="lpstr">
      <vt:lpstr>Cambria Math</vt:lpstr>
      <vt:lpstr>TimesNewRomanPS-ItalicMT</vt:lpstr>
      <vt:lpstr>Arial</vt:lpstr>
      <vt:lpstr>TimesNewRomanPSMT</vt:lpstr>
      <vt:lpstr>Times New Roman</vt:lpstr>
      <vt:lpstr>Neue Haas Grotesk Text Pro</vt:lpstr>
      <vt:lpstr>SymbolMT</vt:lpstr>
      <vt:lpstr>Tema de Office</vt:lpstr>
      <vt:lpstr>1_Tema de Office</vt:lpstr>
      <vt:lpstr>Box-Jenkins y modelado ARIMA</vt:lpstr>
      <vt:lpstr>Metodología Box-Jenkins:</vt:lpstr>
      <vt:lpstr>Diagrama de flujo</vt:lpstr>
      <vt:lpstr>Pseudoalgoritmo.</vt:lpstr>
      <vt:lpstr>Presentación de PowerPoint</vt:lpstr>
      <vt:lpstr>Presentación de PowerPoint</vt:lpstr>
      <vt:lpstr>Identificación del modelo</vt:lpstr>
      <vt:lpstr>Presentación de PowerPoint</vt:lpstr>
      <vt:lpstr>Presentación de PowerPoint</vt:lpstr>
      <vt:lpstr>Tabla de los Modelos</vt:lpstr>
      <vt:lpstr>Estimación </vt:lpstr>
      <vt:lpstr>Nota</vt:lpstr>
      <vt:lpstr>Diagnostico y validación</vt:lpstr>
      <vt:lpstr>Presentación de PowerPoint</vt:lpstr>
      <vt:lpstr>Presentación de PowerPoint</vt:lpstr>
      <vt:lpstr>Presentación de PowerPoint</vt:lpstr>
      <vt:lpstr>Presentación de PowerPoint</vt:lpstr>
      <vt:lpstr>Presentación de PowerPoint</vt:lpstr>
      <vt:lpstr>Presentación de PowerPoint</vt:lpstr>
      <vt:lpstr>Predicción</vt:lpstr>
      <vt:lpstr>Estacionariedad</vt:lpstr>
      <vt:lpstr>Ejercicio: ¿Hay estacionariedad? </vt:lpstr>
      <vt:lpstr>¿cómo detectarla?</vt:lpstr>
      <vt:lpstr>Detección por medio de</vt:lpstr>
      <vt:lpstr>La FAC decae:</vt:lpstr>
      <vt:lpstr>Diferenciación </vt:lpstr>
      <vt:lpstr>Operador de diferencia (de rezagos)</vt:lpstr>
      <vt:lpstr>Ejemplo-ejercicio (graficar la serie original y la nueva serie de abajo)</vt:lpstr>
      <vt:lpstr>Modelos </vt:lpstr>
      <vt:lpstr>Presentación de PowerPoint</vt:lpstr>
      <vt:lpstr>            FAC                    FACP</vt:lpstr>
      <vt:lpstr>FAC y FACP posibles para un </vt:lpstr>
      <vt:lpstr>Modelos </vt:lpstr>
      <vt:lpstr>Ejemplo y, ejercicio</vt:lpstr>
      <vt:lpstr>FAC y FACP de un </vt:lpstr>
      <vt:lpstr>Modelo </vt:lpstr>
      <vt:lpstr>Presentación de PowerPoint</vt:lpstr>
      <vt:lpstr>Presentación de PowerPoint</vt:lpstr>
      <vt:lpstr>Varianza, autocovarianza </vt:lpstr>
      <vt:lpstr>Presentación de PowerPoint</vt:lpstr>
      <vt:lpstr>Modelos </vt:lpstr>
      <vt:lpstr>Recordando la Identificación de los parámetros: </vt:lpstr>
      <vt:lpstr>Modelado con python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Temas vistos en el modulo anterior….</dc:title>
  <cp:lastModifiedBy>DAVID MENDIETA LOPEZ</cp:lastModifiedBy>
  <cp:revision>22</cp:revision>
  <dcterms:modified xsi:type="dcterms:W3CDTF">2025-05-29T21:15:27Z</dcterms:modified>
</cp:coreProperties>
</file>