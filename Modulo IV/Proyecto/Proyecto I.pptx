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9"/>
  </p:notesMasterIdLst>
  <p:handoutMasterIdLst>
    <p:handoutMasterId r:id="rId10"/>
  </p:handoutMasterIdLst>
  <p:sldIdLst>
    <p:sldId id="350" r:id="rId5"/>
    <p:sldId id="352" r:id="rId6"/>
    <p:sldId id="361" r:id="rId7"/>
    <p:sldId id="353" r:id="rId8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226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26/06/2025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0034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4049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98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rtl="0"/>
            <a:fld id="{2ABFB780-2149-4311-B62F-2A913C077482}" type="datetime4">
              <a:rPr lang="es-MX" noProof="0" smtClean="0">
                <a:latin typeface="+mn-lt"/>
              </a:rPr>
              <a:t>26 de junio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9F6D589A-42E2-4B36-8805-860D234AC495}" type="datetime4">
              <a:rPr lang="es-MX" noProof="0" smtClean="0">
                <a:latin typeface="+mn-lt"/>
              </a:rPr>
              <a:t>26 de junio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25F141E4-5E5F-4845-B8D7-3C55A2178325}" type="datetime4">
              <a:rPr lang="es-MX" noProof="0" smtClean="0">
                <a:latin typeface="+mn-lt"/>
              </a:rPr>
              <a:t>26 de junio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FDA047C0-5304-48FD-8984-0F5342E36F55}" type="datetime4">
              <a:rPr lang="es-MX" noProof="0" smtClean="0">
                <a:latin typeface="+mn-lt"/>
              </a:rPr>
              <a:t>26 de junio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5CB96D81-167A-44AE-9BCF-4ED494A4AE1F}" type="datetime4">
              <a:rPr lang="es-MX" noProof="0" smtClean="0">
                <a:latin typeface="+mn-lt"/>
              </a:rPr>
              <a:t>26 de junio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rtl="0"/>
            <a:fld id="{4163F4A3-5F37-4E44-BE8C-91B4ACFEB9BF}" type="datetime4">
              <a:rPr lang="es-MX" noProof="0" smtClean="0">
                <a:latin typeface="+mn-lt"/>
              </a:rPr>
              <a:t>26 de junio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4664765F-4FB6-4202-9E9D-A26625E8FAC7}" type="datetime4">
              <a:rPr lang="es-MX" noProof="0" smtClean="0">
                <a:latin typeface="+mn-lt"/>
              </a:rPr>
              <a:t>26 de junio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D65D2FC-45E3-4BA1-BDB6-9771E5975F8F}" type="datetime4">
              <a:rPr lang="es-MX" noProof="0" smtClean="0">
                <a:latin typeface="+mn-lt"/>
              </a:rPr>
              <a:t>26 de junio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rtl="0"/>
            <a:fld id="{670FCA8F-4735-4515-B1D3-DF89D087BBD3}" type="datetime4">
              <a:rPr lang="es-MX" noProof="0" smtClean="0">
                <a:latin typeface="+mn-lt"/>
              </a:rPr>
              <a:t>26 de junio de 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0" name="Marcador de posición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52FE442-AC1F-4EAB-8C6F-3115E7871F11}" type="datetime4">
              <a:rPr lang="es-MX" noProof="0" smtClean="0">
                <a:latin typeface="+mn-lt"/>
              </a:rPr>
              <a:t>26 de junio de 2025</a:t>
            </a:fld>
            <a:endParaRPr lang="es-MX" noProof="0">
              <a:latin typeface="+mn-lt"/>
            </a:endParaRP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521" y="4969019"/>
            <a:ext cx="4950520" cy="816314"/>
          </a:xfrm>
          <a:ln w="38100">
            <a:solidFill>
              <a:srgbClr val="00B050"/>
            </a:solidFill>
            <a:prstDash val="lgDash"/>
          </a:ln>
        </p:spPr>
        <p:txBody>
          <a:bodyPr rtlCol="0"/>
          <a:lstStyle/>
          <a:p>
            <a:pPr algn="ctr" rtl="0"/>
            <a:r>
              <a:rPr lang="en-US" dirty="0"/>
              <a:t>Proyecto I</a:t>
            </a:r>
            <a:endParaRPr lang="es-MX" dirty="0"/>
          </a:p>
        </p:txBody>
      </p:sp>
      <p:pic>
        <p:nvPicPr>
          <p:cNvPr id="4" name="Imagen 3" descr="Centro FES - Facultad de Estudios Superiores - Campus Acatlán ...">
            <a:extLst>
              <a:ext uri="{FF2B5EF4-FFF2-40B4-BE49-F238E27FC236}">
                <a16:creationId xmlns:a16="http://schemas.microsoft.com/office/drawing/2014/main" id="{588D5E68-4EB2-9E13-6F0B-14F6AB5B46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4" b="37154"/>
          <a:stretch>
            <a:fillRect/>
          </a:stretch>
        </p:blipFill>
        <p:spPr bwMode="auto">
          <a:xfrm>
            <a:off x="224436" y="186101"/>
            <a:ext cx="5871564" cy="17951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BD07996-96D6-309B-E6E4-75461B4A5FD1}"/>
              </a:ext>
            </a:extLst>
          </p:cNvPr>
          <p:cNvSpPr txBox="1"/>
          <p:nvPr/>
        </p:nvSpPr>
        <p:spPr>
          <a:xfrm>
            <a:off x="3160218" y="3707498"/>
            <a:ext cx="5871564" cy="81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Diplomado:</a:t>
            </a:r>
            <a:r>
              <a:rPr lang="es-MX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Técnicas Estadísticas </a:t>
            </a:r>
            <a:r>
              <a:rPr lang="es-MX" kern="1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 </a:t>
            </a:r>
            <a:r>
              <a:rPr lang="es-MX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Minería de Datos.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1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Modulo IV:</a:t>
            </a:r>
            <a:r>
              <a:rPr lang="es-MX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Minería de Datos.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A4FC7A-D469-10FC-53B0-604ED4BE976B}"/>
              </a:ext>
            </a:extLst>
          </p:cNvPr>
          <p:cNvSpPr txBox="1"/>
          <p:nvPr/>
        </p:nvSpPr>
        <p:spPr>
          <a:xfrm>
            <a:off x="359556" y="4969019"/>
            <a:ext cx="4002582" cy="81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Profesor:</a:t>
            </a:r>
            <a:r>
              <a:rPr lang="es-MX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Javier Rosas Hernández.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1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Alumno:</a:t>
            </a:r>
            <a:r>
              <a:rPr lang="es-MX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David Mendieta Lopez.</a:t>
            </a:r>
          </a:p>
        </p:txBody>
      </p:sp>
      <p:pic>
        <p:nvPicPr>
          <p:cNvPr id="1026" name="Picture 2" descr="Modelo de regresión - Definición, qué es y concepto | Economipedia">
            <a:extLst>
              <a:ext uri="{FF2B5EF4-FFF2-40B4-BE49-F238E27FC236}">
                <a16:creationId xmlns:a16="http://schemas.microsoft.com/office/drawing/2014/main" id="{E86508EB-CEE5-C399-28AF-DAAA4BB85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040" y="366155"/>
            <a:ext cx="4101483" cy="306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ustering Hierarki Dijelaskan dengan Jelas">
            <a:extLst>
              <a:ext uri="{FF2B5EF4-FFF2-40B4-BE49-F238E27FC236}">
                <a16:creationId xmlns:a16="http://schemas.microsoft.com/office/drawing/2014/main" id="{A83D521A-A910-847C-71EC-3F10F1746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26" y="1914550"/>
            <a:ext cx="4533335" cy="185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54756-A790-C845-A85F-3539152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338" y="567076"/>
            <a:ext cx="5575716" cy="610863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s-MX" dirty="0"/>
              <a:t>Análisis de la situación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C7EC6698-132B-1143-A2A9-00A97D957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2368" y="1304144"/>
            <a:ext cx="4943632" cy="482290"/>
          </a:xfrm>
        </p:spPr>
        <p:txBody>
          <a:bodyPr rtlCol="0"/>
          <a:lstStyle/>
          <a:p>
            <a:pPr algn="ctr" rtl="0"/>
            <a:r>
              <a:rPr lang="en-US" sz="2400" dirty="0" err="1"/>
              <a:t>Adiccion</a:t>
            </a:r>
            <a:r>
              <a:rPr lang="en-US" sz="2400" dirty="0"/>
              <a:t> de las Redes </a:t>
            </a:r>
            <a:r>
              <a:rPr lang="en-US" sz="2400" dirty="0" err="1"/>
              <a:t>Sociales</a:t>
            </a:r>
            <a:endParaRPr lang="es-MX" sz="240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91AA5D8C-0134-F046-A548-3465F8177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115" y="2101440"/>
            <a:ext cx="6120359" cy="881603"/>
          </a:xfrm>
        </p:spPr>
        <p:txBody>
          <a:bodyPr rtlCol="0"/>
          <a:lstStyle/>
          <a:p>
            <a:pPr algn="ctr" rtl="0"/>
            <a:r>
              <a:rPr lang="en-US" sz="1600" dirty="0"/>
              <a:t>En la </a:t>
            </a:r>
            <a:r>
              <a:rPr lang="en-US" sz="1600" dirty="0" err="1"/>
              <a:t>actualidad</a:t>
            </a:r>
            <a:r>
              <a:rPr lang="en-US" sz="1600" dirty="0"/>
              <a:t>, las redes </a:t>
            </a:r>
            <a:r>
              <a:rPr lang="en-US" sz="1600" dirty="0" err="1"/>
              <a:t>sociales</a:t>
            </a:r>
            <a:r>
              <a:rPr lang="en-US" sz="1600" dirty="0"/>
              <a:t> se </a:t>
            </a:r>
            <a:r>
              <a:rPr lang="en-US" sz="1600" dirty="0" err="1"/>
              <a:t>han</a:t>
            </a:r>
            <a:r>
              <a:rPr lang="en-US" sz="1600" dirty="0"/>
              <a:t> </a:t>
            </a:r>
            <a:r>
              <a:rPr lang="en-US" sz="1600" dirty="0" err="1"/>
              <a:t>convertido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una</a:t>
            </a:r>
            <a:r>
              <a:rPr lang="en-US" sz="1600" dirty="0"/>
              <a:t> extension mas de </a:t>
            </a:r>
            <a:r>
              <a:rPr lang="en-US" sz="1600" dirty="0" err="1"/>
              <a:t>nuestra</a:t>
            </a:r>
            <a:r>
              <a:rPr lang="en-US" sz="1600" dirty="0"/>
              <a:t> </a:t>
            </a:r>
            <a:r>
              <a:rPr lang="en-US" sz="1600" dirty="0" err="1"/>
              <a:t>vida</a:t>
            </a:r>
            <a:r>
              <a:rPr lang="en-US" sz="1600" dirty="0"/>
              <a:t> y </a:t>
            </a:r>
            <a:r>
              <a:rPr lang="en-US" sz="1600" dirty="0" err="1"/>
              <a:t>por</a:t>
            </a:r>
            <a:r>
              <a:rPr lang="en-US" sz="1600" dirty="0"/>
              <a:t> la </a:t>
            </a:r>
            <a:r>
              <a:rPr lang="en-US" sz="1600" dirty="0" err="1"/>
              <a:t>importancia</a:t>
            </a:r>
            <a:r>
              <a:rPr lang="en-US" sz="1600" dirty="0"/>
              <a:t> que </a:t>
            </a:r>
            <a:r>
              <a:rPr lang="en-US" sz="1600" dirty="0" err="1"/>
              <a:t>tiene</a:t>
            </a:r>
            <a:r>
              <a:rPr lang="en-US" sz="1600" dirty="0"/>
              <a:t>, que es </a:t>
            </a:r>
            <a:r>
              <a:rPr lang="en-US" sz="1600" dirty="0" err="1"/>
              <a:t>posible</a:t>
            </a:r>
            <a:r>
              <a:rPr lang="en-US" sz="1600" dirty="0"/>
              <a:t> </a:t>
            </a:r>
            <a:r>
              <a:rPr lang="en-US" sz="1600" dirty="0" err="1"/>
              <a:t>conectarnos</a:t>
            </a:r>
            <a:r>
              <a:rPr lang="en-US" sz="1600" dirty="0"/>
              <a:t> entre personas, </a:t>
            </a:r>
            <a:r>
              <a:rPr lang="en-US" sz="1600" dirty="0" err="1"/>
              <a:t>solucionar</a:t>
            </a:r>
            <a:r>
              <a:rPr lang="en-US" sz="1600" dirty="0"/>
              <a:t> </a:t>
            </a:r>
            <a:r>
              <a:rPr lang="en-US" sz="1600" dirty="0" err="1"/>
              <a:t>problemas</a:t>
            </a:r>
            <a:r>
              <a:rPr lang="en-US" sz="1600" dirty="0"/>
              <a:t>, etc.  </a:t>
            </a:r>
            <a:endParaRPr lang="es-MX" sz="1600" dirty="0"/>
          </a:p>
        </p:txBody>
      </p:sp>
      <p:pic>
        <p:nvPicPr>
          <p:cNvPr id="2050" name="Picture 2" descr="¿Para qué sirve cada red social? ¿Cómo integrarlas en la estrategia de ...">
            <a:extLst>
              <a:ext uri="{FF2B5EF4-FFF2-40B4-BE49-F238E27FC236}">
                <a16:creationId xmlns:a16="http://schemas.microsoft.com/office/drawing/2014/main" id="{09370DEE-19D7-E1E1-0839-DA16828C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38" y="3235789"/>
            <a:ext cx="5243827" cy="3114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Marcador de posición de texto 2">
            <a:extLst>
              <a:ext uri="{FF2B5EF4-FFF2-40B4-BE49-F238E27FC236}">
                <a16:creationId xmlns:a16="http://schemas.microsoft.com/office/drawing/2014/main" id="{EB1420A8-77EA-1EB2-BBAB-B8AAD7EB597B}"/>
              </a:ext>
            </a:extLst>
          </p:cNvPr>
          <p:cNvSpPr txBox="1">
            <a:spLocks/>
          </p:cNvSpPr>
          <p:nvPr/>
        </p:nvSpPr>
        <p:spPr>
          <a:xfrm>
            <a:off x="6639571" y="4477845"/>
            <a:ext cx="5243827" cy="8816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Pero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exceso</a:t>
            </a:r>
            <a:r>
              <a:rPr lang="en-US" sz="1600" dirty="0"/>
              <a:t> de </a:t>
            </a:r>
            <a:r>
              <a:rPr lang="en-US" sz="1600" dirty="0" err="1"/>
              <a:t>esta</a:t>
            </a:r>
            <a:r>
              <a:rPr lang="en-US" sz="1600" dirty="0"/>
              <a:t> redes </a:t>
            </a:r>
            <a:r>
              <a:rPr lang="en-US" sz="1600" dirty="0" err="1"/>
              <a:t>sociales</a:t>
            </a:r>
            <a:r>
              <a:rPr lang="en-US" sz="1600" dirty="0"/>
              <a:t> </a:t>
            </a:r>
            <a:r>
              <a:rPr lang="en-US" sz="1600" dirty="0" err="1"/>
              <a:t>puede</a:t>
            </a:r>
            <a:r>
              <a:rPr lang="en-US" sz="1600" dirty="0"/>
              <a:t> </a:t>
            </a:r>
            <a:r>
              <a:rPr lang="en-US" sz="1600" dirty="0" err="1"/>
              <a:t>tener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afecto</a:t>
            </a:r>
            <a:r>
              <a:rPr lang="en-US" sz="1600" dirty="0"/>
              <a:t> </a:t>
            </a:r>
            <a:r>
              <a:rPr lang="en-US" sz="1600" dirty="0" err="1"/>
              <a:t>contrario</a:t>
            </a:r>
            <a:r>
              <a:rPr lang="en-US" sz="1600" dirty="0"/>
              <a:t> </a:t>
            </a:r>
            <a:r>
              <a:rPr lang="en-US" sz="1600" i="1" dirty="0"/>
              <a:t>(ser antisocial, </a:t>
            </a:r>
            <a:r>
              <a:rPr lang="en-US" sz="1600" i="1" dirty="0" err="1"/>
              <a:t>distorcion</a:t>
            </a:r>
            <a:r>
              <a:rPr lang="en-US" sz="1600" i="1" dirty="0"/>
              <a:t> de la </a:t>
            </a:r>
            <a:r>
              <a:rPr lang="en-US" sz="1600" i="1" dirty="0" err="1"/>
              <a:t>realidad</a:t>
            </a:r>
            <a:r>
              <a:rPr lang="en-US" sz="1600" i="1" dirty="0"/>
              <a:t>, poco </a:t>
            </a:r>
            <a:r>
              <a:rPr lang="en-US" sz="1600" i="1" dirty="0" err="1"/>
              <a:t>enfoque</a:t>
            </a:r>
            <a:r>
              <a:rPr lang="en-US" sz="1600" i="1" dirty="0"/>
              <a:t> </a:t>
            </a:r>
            <a:r>
              <a:rPr lang="en-US" sz="1600" i="1" dirty="0" err="1"/>
              <a:t>en</a:t>
            </a:r>
            <a:r>
              <a:rPr lang="en-US" sz="1600" i="1" dirty="0"/>
              <a:t> las </a:t>
            </a:r>
            <a:r>
              <a:rPr lang="en-US" sz="1600" i="1" dirty="0" err="1"/>
              <a:t>cosas</a:t>
            </a:r>
            <a:r>
              <a:rPr lang="en-US" sz="1600" i="1" dirty="0"/>
              <a:t>, etc.)</a:t>
            </a:r>
          </a:p>
        </p:txBody>
      </p:sp>
      <p:sp>
        <p:nvSpPr>
          <p:cNvPr id="33" name="Marcador de posición de texto 3">
            <a:extLst>
              <a:ext uri="{FF2B5EF4-FFF2-40B4-BE49-F238E27FC236}">
                <a16:creationId xmlns:a16="http://schemas.microsoft.com/office/drawing/2014/main" id="{A081E7BF-A591-4D4E-BA4D-ED420D2074D5}"/>
              </a:ext>
            </a:extLst>
          </p:cNvPr>
          <p:cNvSpPr txBox="1">
            <a:spLocks/>
          </p:cNvSpPr>
          <p:nvPr/>
        </p:nvSpPr>
        <p:spPr>
          <a:xfrm>
            <a:off x="6789668" y="5359449"/>
            <a:ext cx="4943632" cy="4822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err="1"/>
              <a:t>Escenario</a:t>
            </a:r>
            <a:r>
              <a:rPr lang="en-US" sz="2400" dirty="0"/>
              <a:t> a </a:t>
            </a:r>
            <a:r>
              <a:rPr lang="en-US" sz="2400" dirty="0" err="1"/>
              <a:t>Desarrollar</a:t>
            </a:r>
            <a:endParaRPr lang="es-MX" sz="2400" dirty="0"/>
          </a:p>
        </p:txBody>
      </p:sp>
      <p:sp>
        <p:nvSpPr>
          <p:cNvPr id="34" name="Marcador de posición de texto 2">
            <a:extLst>
              <a:ext uri="{FF2B5EF4-FFF2-40B4-BE49-F238E27FC236}">
                <a16:creationId xmlns:a16="http://schemas.microsoft.com/office/drawing/2014/main" id="{202401B9-17DE-27F6-A0F1-EF1ACEE20856}"/>
              </a:ext>
            </a:extLst>
          </p:cNvPr>
          <p:cNvSpPr txBox="1">
            <a:spLocks/>
          </p:cNvSpPr>
          <p:nvPr/>
        </p:nvSpPr>
        <p:spPr>
          <a:xfrm>
            <a:off x="6254073" y="5909662"/>
            <a:ext cx="6014821" cy="8816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Se realize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encuesta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internet a </a:t>
            </a:r>
            <a:r>
              <a:rPr lang="en-US" sz="1600" dirty="0" err="1"/>
              <a:t>nivel</a:t>
            </a:r>
            <a:r>
              <a:rPr lang="en-US" sz="1600" dirty="0"/>
              <a:t> </a:t>
            </a:r>
            <a:r>
              <a:rPr lang="en-US" sz="1600" dirty="0" err="1"/>
              <a:t>mundial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donde</a:t>
            </a:r>
            <a:r>
              <a:rPr lang="en-US" sz="1600" dirty="0"/>
              <a:t> las personas de </a:t>
            </a:r>
            <a:r>
              <a:rPr lang="en-US" sz="1600" dirty="0" err="1"/>
              <a:t>edades</a:t>
            </a:r>
            <a:r>
              <a:rPr lang="en-US" sz="1600" dirty="0"/>
              <a:t> 16-25 </a:t>
            </a:r>
            <a:r>
              <a:rPr lang="en-US" sz="1600" dirty="0" err="1"/>
              <a:t>contestaban</a:t>
            </a:r>
            <a:r>
              <a:rPr lang="en-US" sz="1600" dirty="0"/>
              <a:t> a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serie</a:t>
            </a:r>
            <a:r>
              <a:rPr lang="en-US" sz="1600" dirty="0"/>
              <a:t> de </a:t>
            </a:r>
            <a:r>
              <a:rPr lang="en-US" sz="1600" dirty="0" err="1"/>
              <a:t>preguntas</a:t>
            </a:r>
            <a:r>
              <a:rPr lang="en-US" sz="1600" dirty="0"/>
              <a:t> </a:t>
            </a:r>
            <a:r>
              <a:rPr lang="en-US" sz="1600" i="1" dirty="0"/>
              <a:t>(tanto </a:t>
            </a:r>
            <a:r>
              <a:rPr lang="en-US" sz="1600" i="1" dirty="0" err="1"/>
              <a:t>categoricas</a:t>
            </a:r>
            <a:r>
              <a:rPr lang="en-US" sz="1600" i="1" dirty="0"/>
              <a:t> </a:t>
            </a:r>
            <a:r>
              <a:rPr lang="en-US" sz="1600" i="1" dirty="0" err="1"/>
              <a:t>como</a:t>
            </a:r>
            <a:r>
              <a:rPr lang="en-US" sz="1600" i="1" dirty="0"/>
              <a:t> </a:t>
            </a:r>
            <a:r>
              <a:rPr lang="en-US" sz="1600" i="1" dirty="0" err="1"/>
              <a:t>numericas</a:t>
            </a:r>
            <a:r>
              <a:rPr lang="en-US" sz="1600" i="1" dirty="0"/>
              <a:t>)…</a:t>
            </a:r>
          </a:p>
        </p:txBody>
      </p:sp>
    </p:spTree>
    <p:extLst>
      <p:ext uri="{BB962C8B-B14F-4D97-AF65-F5344CB8AC3E}">
        <p14:creationId xmlns:p14="http://schemas.microsoft.com/office/powerpoint/2010/main" val="28986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17F80A9-6337-524E-AC61-32C5AFEE8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2932" y="205730"/>
            <a:ext cx="5393337" cy="1473168"/>
          </a:xfrm>
        </p:spPr>
        <p:txBody>
          <a:bodyPr rtlCol="0"/>
          <a:lstStyle/>
          <a:p>
            <a:pPr algn="ctr" rtl="0"/>
            <a:r>
              <a:rPr lang="en-US" dirty="0"/>
              <a:t>Los </a:t>
            </a:r>
            <a:r>
              <a:rPr lang="en-US" dirty="0" err="1"/>
              <a:t>registros</a:t>
            </a:r>
            <a:r>
              <a:rPr lang="en-US" dirty="0"/>
              <a:t> </a:t>
            </a:r>
            <a:r>
              <a:rPr lang="en-US" dirty="0" err="1"/>
              <a:t>recibian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calificacion</a:t>
            </a:r>
            <a:r>
              <a:rPr lang="en-US" dirty="0"/>
              <a:t> que </a:t>
            </a:r>
            <a:r>
              <a:rPr lang="en-US" dirty="0" err="1"/>
              <a:t>estipula</a:t>
            </a:r>
            <a:r>
              <a:rPr lang="en-US" dirty="0"/>
              <a:t> 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adiccion</a:t>
            </a:r>
            <a:r>
              <a:rPr lang="en-US" dirty="0"/>
              <a:t> que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chicos con las redes. </a:t>
            </a:r>
          </a:p>
          <a:p>
            <a:pPr algn="ctr" rtl="0"/>
            <a:r>
              <a:rPr lang="en-US" dirty="0"/>
              <a:t>Pero no </a:t>
            </a:r>
            <a:r>
              <a:rPr lang="en-US" dirty="0" err="1"/>
              <a:t>compartieron</a:t>
            </a:r>
            <a:r>
              <a:rPr lang="en-US" dirty="0"/>
              <a:t> las formula o la forma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sacan</a:t>
            </a:r>
            <a:r>
              <a:rPr lang="en-US" dirty="0"/>
              <a:t> </a:t>
            </a:r>
            <a:r>
              <a:rPr lang="en-US" dirty="0" err="1"/>
              <a:t>dichas</a:t>
            </a:r>
            <a:r>
              <a:rPr lang="en-US" dirty="0"/>
              <a:t> </a:t>
            </a:r>
            <a:r>
              <a:rPr lang="en-US" dirty="0" err="1"/>
              <a:t>calificacion</a:t>
            </a:r>
            <a:r>
              <a:rPr lang="en-US" dirty="0"/>
              <a:t> y la </a:t>
            </a:r>
            <a:r>
              <a:rPr lang="en-US" dirty="0" err="1"/>
              <a:t>problematica</a:t>
            </a:r>
            <a:r>
              <a:rPr lang="en-US" dirty="0"/>
              <a:t>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resumir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2 </a:t>
            </a:r>
            <a:r>
              <a:rPr lang="en-US" dirty="0" err="1"/>
              <a:t>preguntas</a:t>
            </a:r>
            <a:r>
              <a:rPr lang="en-US" dirty="0"/>
              <a:t>:</a:t>
            </a:r>
          </a:p>
        </p:txBody>
      </p:sp>
      <p:pic>
        <p:nvPicPr>
          <p:cNvPr id="53" name="Marcador de posición de imagen 52" descr="Bombillas colgantes">
            <a:extLst>
              <a:ext uri="{FF2B5EF4-FFF2-40B4-BE49-F238E27FC236}">
                <a16:creationId xmlns:a16="http://schemas.microsoft.com/office/drawing/2014/main" id="{CAC9EF15-08A3-406D-9236-76A5454D5F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3" name="Marcador de posición de texto 3">
            <a:extLst>
              <a:ext uri="{FF2B5EF4-FFF2-40B4-BE49-F238E27FC236}">
                <a16:creationId xmlns:a16="http://schemas.microsoft.com/office/drawing/2014/main" id="{1126AB9B-61FA-90C8-98E1-253CAA9EB0F7}"/>
              </a:ext>
            </a:extLst>
          </p:cNvPr>
          <p:cNvSpPr txBox="1">
            <a:spLocks/>
          </p:cNvSpPr>
          <p:nvPr/>
        </p:nvSpPr>
        <p:spPr>
          <a:xfrm>
            <a:off x="68079" y="4081195"/>
            <a:ext cx="5393337" cy="914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 rtl="0">
              <a:defRPr lang="es-mx"/>
            </a:defPPr>
            <a:lvl1pPr indent="0" algn="ctr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>
                <a:solidFill>
                  <a:schemeClr val="bg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Para responder ambas </a:t>
            </a:r>
            <a:r>
              <a:rPr lang="en-US" dirty="0" err="1"/>
              <a:t>preguntas</a:t>
            </a:r>
            <a:r>
              <a:rPr lang="en-US" dirty="0"/>
              <a:t> sera </a:t>
            </a:r>
            <a:r>
              <a:rPr lang="en-US" dirty="0" err="1"/>
              <a:t>por</a:t>
            </a:r>
            <a:r>
              <a:rPr lang="en-US" dirty="0"/>
              <a:t> 2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estadistiscos</a:t>
            </a:r>
            <a:endParaRPr lang="es-MX" dirty="0"/>
          </a:p>
        </p:txBody>
      </p:sp>
      <p:sp>
        <p:nvSpPr>
          <p:cNvPr id="35" name="Marcador de posición de texto 3">
            <a:extLst>
              <a:ext uri="{FF2B5EF4-FFF2-40B4-BE49-F238E27FC236}">
                <a16:creationId xmlns:a16="http://schemas.microsoft.com/office/drawing/2014/main" id="{A4068D55-C294-FD87-F6E4-D10A18C727A7}"/>
              </a:ext>
            </a:extLst>
          </p:cNvPr>
          <p:cNvSpPr txBox="1">
            <a:spLocks/>
          </p:cNvSpPr>
          <p:nvPr/>
        </p:nvSpPr>
        <p:spPr>
          <a:xfrm>
            <a:off x="517784" y="2167849"/>
            <a:ext cx="4943632" cy="4822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err="1"/>
              <a:t>Preguntas</a:t>
            </a:r>
            <a:r>
              <a:rPr lang="en-US" sz="2400" dirty="0"/>
              <a:t> a resolver:</a:t>
            </a:r>
            <a:endParaRPr lang="es-MX" sz="2400" dirty="0"/>
          </a:p>
        </p:txBody>
      </p:sp>
      <p:sp>
        <p:nvSpPr>
          <p:cNvPr id="14" name="Marcador de posición de texto 3">
            <a:extLst>
              <a:ext uri="{FF2B5EF4-FFF2-40B4-BE49-F238E27FC236}">
                <a16:creationId xmlns:a16="http://schemas.microsoft.com/office/drawing/2014/main" id="{44EC11A6-1866-FF66-DF76-2D5353FDB37E}"/>
              </a:ext>
            </a:extLst>
          </p:cNvPr>
          <p:cNvSpPr txBox="1">
            <a:spLocks/>
          </p:cNvSpPr>
          <p:nvPr/>
        </p:nvSpPr>
        <p:spPr>
          <a:xfrm>
            <a:off x="292931" y="2747069"/>
            <a:ext cx="5393337" cy="11803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/>
              <a:t>Habra </a:t>
            </a:r>
            <a:r>
              <a:rPr lang="en-US" dirty="0" err="1"/>
              <a:t>posibilidad</a:t>
            </a:r>
            <a:r>
              <a:rPr lang="en-US" dirty="0"/>
              <a:t> de </a:t>
            </a:r>
            <a:r>
              <a:rPr lang="en-US" dirty="0" err="1"/>
              <a:t>estimar</a:t>
            </a:r>
            <a:r>
              <a:rPr lang="en-US" dirty="0"/>
              <a:t> y </a:t>
            </a:r>
            <a:r>
              <a:rPr lang="en-US" dirty="0" err="1"/>
              <a:t>calificar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Jovenes que </a:t>
            </a:r>
            <a:r>
              <a:rPr lang="en-US" dirty="0" err="1"/>
              <a:t>usan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redes </a:t>
            </a:r>
            <a:r>
              <a:rPr lang="en-US" dirty="0" err="1"/>
              <a:t>sociales</a:t>
            </a:r>
            <a:r>
              <a:rPr lang="en-US" dirty="0"/>
              <a:t> ???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/>
              <a:t>Si es </a:t>
            </a:r>
            <a:r>
              <a:rPr lang="en-US" dirty="0" err="1"/>
              <a:t>asi</a:t>
            </a:r>
            <a:r>
              <a:rPr lang="en-US" dirty="0"/>
              <a:t>, se genera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 que no se </a:t>
            </a:r>
            <a:r>
              <a:rPr lang="en-US" dirty="0" err="1"/>
              <a:t>puedan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a simple vista????</a:t>
            </a:r>
          </a:p>
        </p:txBody>
      </p:sp>
      <p:sp>
        <p:nvSpPr>
          <p:cNvPr id="15" name="Marcador de posición de texto 3">
            <a:extLst>
              <a:ext uri="{FF2B5EF4-FFF2-40B4-BE49-F238E27FC236}">
                <a16:creationId xmlns:a16="http://schemas.microsoft.com/office/drawing/2014/main" id="{76645295-E841-6975-96BB-5BE3EDE310B3}"/>
              </a:ext>
            </a:extLst>
          </p:cNvPr>
          <p:cNvSpPr txBox="1">
            <a:spLocks/>
          </p:cNvSpPr>
          <p:nvPr/>
        </p:nvSpPr>
        <p:spPr>
          <a:xfrm>
            <a:off x="292930" y="5149366"/>
            <a:ext cx="5393337" cy="11803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/>
              <a:t>Por un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b="1" dirty="0"/>
              <a:t>regression Lineal multiple </a:t>
            </a:r>
            <a:r>
              <a:rPr lang="en-US" dirty="0"/>
              <a:t>(con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entrenamiento</a:t>
            </a:r>
            <a:r>
              <a:rPr lang="en-US" dirty="0"/>
              <a:t> y de </a:t>
            </a:r>
            <a:r>
              <a:rPr lang="en-US" dirty="0" err="1"/>
              <a:t>prueba</a:t>
            </a:r>
            <a:r>
              <a:rPr lang="en-US" dirty="0"/>
              <a:t>)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dirty="0" err="1"/>
              <a:t>Modelo</a:t>
            </a:r>
            <a:r>
              <a:rPr lang="en-US" dirty="0"/>
              <a:t> de Clustering no </a:t>
            </a:r>
            <a:r>
              <a:rPr lang="en-US" dirty="0" err="1"/>
              <a:t>supervisado</a:t>
            </a:r>
            <a:r>
              <a:rPr lang="en-US" dirty="0"/>
              <a:t> (</a:t>
            </a:r>
            <a:r>
              <a:rPr lang="en-US" dirty="0" err="1"/>
              <a:t>detectando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 nada mas)</a:t>
            </a:r>
          </a:p>
        </p:txBody>
      </p:sp>
    </p:spTree>
    <p:extLst>
      <p:ext uri="{BB962C8B-B14F-4D97-AF65-F5344CB8AC3E}">
        <p14:creationId xmlns:p14="http://schemas.microsoft.com/office/powerpoint/2010/main" val="39124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339315B-8AAE-A946-ABBF-894F2E4B1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880193" cy="610863"/>
          </a:xfrm>
        </p:spPr>
        <p:txBody>
          <a:bodyPr rtlCol="0">
            <a:normAutofit/>
          </a:bodyPr>
          <a:lstStyle/>
          <a:p>
            <a:pPr rtl="0"/>
            <a:r>
              <a:rPr lang="en-US" dirty="0"/>
              <a:t>A</a:t>
            </a:r>
            <a:r>
              <a:rPr lang="es-MX" dirty="0" err="1"/>
              <a:t>nalisis</a:t>
            </a:r>
            <a:r>
              <a:rPr lang="es-MX" dirty="0"/>
              <a:t> sobre los datos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ECE5F11-33CD-A9C4-9522-35130C12C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79" y="1849880"/>
            <a:ext cx="11172825" cy="4000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748504C-9A56-DA2A-69CF-42FAC5BD4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525" y="3228975"/>
            <a:ext cx="60769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37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2C4153A1E78645BA3EF17B5873D070" ma:contentTypeVersion="8" ma:contentTypeDescription="Create a new document." ma:contentTypeScope="" ma:versionID="3f3a31dc720c980c297ca7f62f2ed515">
  <xsd:schema xmlns:xsd="http://www.w3.org/2001/XMLSchema" xmlns:xs="http://www.w3.org/2001/XMLSchema" xmlns:p="http://schemas.microsoft.com/office/2006/metadata/properties" xmlns:ns3="acea8bd9-7db2-421f-bf3e-2c2e2fc094c6" targetNamespace="http://schemas.microsoft.com/office/2006/metadata/properties" ma:root="true" ma:fieldsID="0ed5bdcb98130546717da86559234005" ns3:_="">
    <xsd:import namespace="acea8bd9-7db2-421f-bf3e-2c2e2fc094c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ea8bd9-7db2-421f-bf3e-2c2e2fc094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acea8bd9-7db2-421f-bf3e-2c2e2fc094c6" xsi:nil="true"/>
    <_activity xmlns="acea8bd9-7db2-421f-bf3e-2c2e2fc094c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F6F80B-D728-4210-9B7B-6ADA075411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ea8bd9-7db2-421f-bf3e-2c2e2fc094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acea8bd9-7db2-421f-bf3e-2c2e2fc094c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{981BF72D-7E83-4B82-B0CA-9B643A0382F1}tf78853419_win32</Template>
  <TotalTime>1002</TotalTime>
  <Words>259</Words>
  <Application>Microsoft Office PowerPoint</Application>
  <PresentationFormat>Panorámica</PresentationFormat>
  <Paragraphs>24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Franklin Gothic Book</vt:lpstr>
      <vt:lpstr>Franklin Gothic Demi</vt:lpstr>
      <vt:lpstr>Wingdings</vt:lpstr>
      <vt:lpstr>Tema1</vt:lpstr>
      <vt:lpstr>Proyecto I</vt:lpstr>
      <vt:lpstr>Análisis de la situación</vt:lpstr>
      <vt:lpstr>Presentación de PowerPoint</vt:lpstr>
      <vt:lpstr>Analisis sobre los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MENDIETA LOPEZ</dc:creator>
  <cp:lastModifiedBy>DAVID MENDIETA LOPEZ</cp:lastModifiedBy>
  <cp:revision>1</cp:revision>
  <dcterms:created xsi:type="dcterms:W3CDTF">2025-06-25T21:39:19Z</dcterms:created>
  <dcterms:modified xsi:type="dcterms:W3CDTF">2025-06-26T14:26:13Z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0x010100802C4153A1E78645BA3EF17B5873D070</vt:lpwstr>
  </property>
</Properties>
</file>